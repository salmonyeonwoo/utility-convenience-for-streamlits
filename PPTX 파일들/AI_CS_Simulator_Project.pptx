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고객 응대 시뮬레이터 개발 프로젝트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OpenAI &amp; Gemini API 기반의 지능형 CS 훈련 시스템</a:t>
            </a:r>
          </a:p>
          <a:p/>
          <a:p>
            <a:r>
              <a:t>발표자: [성함] | 2024.05.31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 및 핵심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목표: 실제 상담 환경과 유사한 고비용 효율의 훈련 시스템 구축</a:t>
            </a:r>
          </a:p>
          <a:p>
            <a:pPr/>
            <a:r>
              <a:t>🏆 핵심 성과:</a:t>
            </a:r>
          </a:p>
          <a:p>
            <a:pPr lvl="1"/>
            <a:r>
              <a:t>1. Video RAG: API 한계를 극복한 영상 동기화</a:t>
            </a:r>
          </a:p>
          <a:p>
            <a:pPr lvl="1"/>
            <a:r>
              <a:t>2. 기술 통합: STT/TTS 및 3개국어 실시간 통역</a:t>
            </a:r>
          </a:p>
          <a:p>
            <a:pPr lvl="1"/>
            <a:r>
              <a:t>3. AI 협업: Cursor AI 활용으로 개발 속도 500% 향상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Core Brain: OpenAI GPT-4o / Google Gemini Pro</a:t>
            </a:r>
          </a:p>
          <a:p>
            <a:r>
              <a:t>🗣️ Voice &amp; Interface: OpenAI Whisper (STT) / TTS / Streamlit</a:t>
            </a:r>
          </a:p>
          <a:p>
            <a:r>
              <a:t>💾 Data &amp; Logic: FAISS (Vector DB) / Video Clip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프로세스 혁신 (with Cursor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🤖 AI Pair Programming: 전체 코드의 80% 이상 AI 협업 작성</a:t>
            </a:r>
          </a:p>
          <a:p>
            <a:r>
              <a:t>Success Stories:</a:t>
            </a:r>
          </a:p>
          <a:p>
            <a:pPr lvl="1"/>
            <a:r>
              <a:t>✅ Video RAG 로직 구현: 감정-영상 매핑 알고리즘</a:t>
            </a:r>
          </a:p>
          <a:p>
            <a:pPr lvl="1"/>
            <a:r>
              <a:t>✅ 버그 해결: Streamlit 세션 초기화 문제 해결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