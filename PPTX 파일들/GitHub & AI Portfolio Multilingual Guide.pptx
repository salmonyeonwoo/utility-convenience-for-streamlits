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y="6858000" cx="12192000"/>
  <p:notesSz cx="6858000" cy="9144000"/>
  <p:embeddedFontLst>
    <p:embeddedFont>
      <p:font typeface="Urbanist"/>
      <p:regular r:id="rId20"/>
      <p:bold r:id="rId21"/>
      <p:italic r:id="rId22"/>
      <p:boldItalic r:id="rId2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13588E11-AF6F-440B-BEC7-52CE3AA7676E}">
  <a:tblStyle styleId="{13588E11-AF6F-440B-BEC7-52CE3AA7676E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Urbanist-regular.fntdata"/><Relationship Id="rId11" Type="http://schemas.openxmlformats.org/officeDocument/2006/relationships/slide" Target="slides/slide5.xml"/><Relationship Id="rId22" Type="http://schemas.openxmlformats.org/officeDocument/2006/relationships/font" Target="fonts/Urbanist-italic.fntdata"/><Relationship Id="rId10" Type="http://schemas.openxmlformats.org/officeDocument/2006/relationships/slide" Target="slides/slide4.xml"/><Relationship Id="rId21" Type="http://schemas.openxmlformats.org/officeDocument/2006/relationships/font" Target="fonts/Urbanist-bold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23" Type="http://schemas.openxmlformats.org/officeDocument/2006/relationships/font" Target="fonts/Urbanist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1.xml"/><Relationship Id="rId19" Type="http://schemas.openxmlformats.org/officeDocument/2006/relationships/slide" Target="slides/slide13.xml"/><Relationship Id="rId6" Type="http://schemas.openxmlformats.org/officeDocument/2006/relationships/notesMaster" Target="notesMasters/notesMaster1.xml"/><Relationship Id="rId18" Type="http://schemas.openxmlformats.org/officeDocument/2006/relationships/slide" Target="slides/slide12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b448523dd9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b448523dd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b448523dd9_0_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b448523dd9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b448523dd9_0_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b448523dd9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b448523dd9_0_1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3b448523dd9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b448523dd9_0_1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b448523dd9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b448523dd9_0_2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3b448523dd9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b448523dd9_0_2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3b448523dd9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b448523dd9_0_2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3b448523dd9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b448523dd9_0_3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3b448523dd9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b448523dd9_0_3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3b448523dd9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b448523dd9_0_4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3b448523dd9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b448523dd9_0_4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3b448523dd9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8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3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1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0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9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2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eautify this slide" id="84" name="Google Shape;84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26581"/>
            <a:ext cx="12191409" cy="68045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eautify this slide" id="89" name="Google Shape;89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26581"/>
            <a:ext cx="12191409" cy="68045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eautify this slide" id="94" name="Google Shape;94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26581"/>
            <a:ext cx="12191409" cy="68045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eautify this slide" id="99" name="Google Shape;99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26581"/>
            <a:ext cx="12191409" cy="68045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eautify this slide" id="104" name="Google Shape;104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26581"/>
            <a:ext cx="12191409" cy="68045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eautify this slide" id="109" name="Google Shape;109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26581"/>
            <a:ext cx="12191409" cy="68045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eautify this slide" id="114" name="Google Shape;114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26581"/>
            <a:ext cx="12191409" cy="68045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eautify this slide" id="119" name="Google Shape;119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26581"/>
            <a:ext cx="12191409" cy="68045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4" name="Google Shape;124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25" name="Google Shape;125;p21"/>
          <p:cNvGraphicFramePr/>
          <p:nvPr/>
        </p:nvGraphicFramePr>
        <p:xfrm>
          <a:off x="571500" y="135627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{13588E11-AF6F-440B-BEC7-52CE3AA7676E}</a:tableStyleId>
              </a:tblPr>
              <a:tblGrid>
                <a:gridCol w="1823150"/>
                <a:gridCol w="9225850"/>
              </a:tblGrid>
              <a:tr h="385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050" u="none" cap="none" strike="noStrike">
                          <a:solidFill>
                            <a:srgbClr val="1E293B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Category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050" u="none" cap="none" strike="noStrike">
                          <a:solidFill>
                            <a:srgbClr val="1E293B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KR / EN / JA / ZH Description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</a:tr>
              <a:tr h="385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975" u="none" cap="none" strike="noStrike">
                          <a:solidFill>
                            <a:srgbClr val="334155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Frontend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75" u="none" cap="none" strike="noStrike">
                          <a:solidFill>
                            <a:srgbClr val="334155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Streamlit Framework (파이썬 기반 앱 / Python App / アプリ / 框架)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5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975" u="none" cap="none" strike="noStrike">
                          <a:solidFill>
                            <a:srgbClr val="334155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AI / LLM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75" u="none" cap="none" strike="noStrike">
                          <a:solidFill>
                            <a:srgbClr val="334155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Google Gemini API &amp; LangChain (핵심 엔진 / Core LLM / 核心模型)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5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975" u="none" cap="none" strike="noStrike">
                          <a:solidFill>
                            <a:srgbClr val="334155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Database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75" u="none" cap="none" strike="noStrike">
                          <a:solidFill>
                            <a:srgbClr val="334155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FAISS &amp; Cloud Firestore (벡터 검색 및 영구 저장 / Vector DB / 数据库)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5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975" u="none" cap="none" strike="noStrike">
                          <a:solidFill>
                            <a:srgbClr val="334155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Deploy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75" u="none" cap="none" strike="noStrike">
                          <a:solidFill>
                            <a:srgbClr val="334155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Streamlit Cloud (클라우드 배포 / Cloud Deployment / 雲端部署)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26" name="Google Shape;126;p21"/>
          <p:cNvSpPr/>
          <p:nvPr/>
        </p:nvSpPr>
        <p:spPr>
          <a:xfrm>
            <a:off x="571500" y="1761976"/>
            <a:ext cx="1823144" cy="1905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21"/>
          <p:cNvSpPr/>
          <p:nvPr/>
        </p:nvSpPr>
        <p:spPr>
          <a:xfrm>
            <a:off x="2394644" y="1761976"/>
            <a:ext cx="9225855" cy="1905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21"/>
          <p:cNvSpPr/>
          <p:nvPr/>
        </p:nvSpPr>
        <p:spPr>
          <a:xfrm>
            <a:off x="571500" y="2149524"/>
            <a:ext cx="182314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21"/>
          <p:cNvSpPr/>
          <p:nvPr/>
        </p:nvSpPr>
        <p:spPr>
          <a:xfrm>
            <a:off x="2394644" y="2149524"/>
            <a:ext cx="922585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21"/>
          <p:cNvSpPr/>
          <p:nvPr/>
        </p:nvSpPr>
        <p:spPr>
          <a:xfrm>
            <a:off x="571500" y="2522785"/>
            <a:ext cx="182314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21"/>
          <p:cNvSpPr/>
          <p:nvPr/>
        </p:nvSpPr>
        <p:spPr>
          <a:xfrm>
            <a:off x="2394644" y="2522785"/>
            <a:ext cx="922585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21"/>
          <p:cNvSpPr/>
          <p:nvPr/>
        </p:nvSpPr>
        <p:spPr>
          <a:xfrm>
            <a:off x="571500" y="2896046"/>
            <a:ext cx="182314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21"/>
          <p:cNvSpPr/>
          <p:nvPr/>
        </p:nvSpPr>
        <p:spPr>
          <a:xfrm>
            <a:off x="2394644" y="2896046"/>
            <a:ext cx="922585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21"/>
          <p:cNvSpPr/>
          <p:nvPr/>
        </p:nvSpPr>
        <p:spPr>
          <a:xfrm>
            <a:off x="571500" y="3269307"/>
            <a:ext cx="182314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21"/>
          <p:cNvSpPr/>
          <p:nvPr/>
        </p:nvSpPr>
        <p:spPr>
          <a:xfrm>
            <a:off x="2394644" y="3269307"/>
            <a:ext cx="922585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21"/>
          <p:cNvSpPr txBox="1"/>
          <p:nvPr/>
        </p:nvSpPr>
        <p:spPr>
          <a:xfrm>
            <a:off x="571500" y="476250"/>
            <a:ext cx="11601450" cy="4990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6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1E293B"/>
                </a:solidFill>
                <a:latin typeface="Urbanist"/>
                <a:ea typeface="Urbanist"/>
                <a:cs typeface="Urbanist"/>
                <a:sym typeface="Urbanist"/>
              </a:rPr>
              <a:t>Tech: </a:t>
            </a:r>
            <a:r>
              <a:rPr b="1" i="0" lang="en-US" sz="2700" u="none" cap="none" strike="noStrike">
                <a:solidFill>
                  <a:srgbClr val="0EA5E9"/>
                </a:solidFill>
                <a:latin typeface="Urbanist"/>
                <a:ea typeface="Urbanist"/>
                <a:cs typeface="Urbanist"/>
                <a:sym typeface="Urbanist"/>
              </a:rPr>
              <a:t>Development Stack</a:t>
            </a:r>
            <a:endParaRPr/>
          </a:p>
        </p:txBody>
      </p:sp>
      <p:sp>
        <p:nvSpPr>
          <p:cNvPr id="137" name="Google Shape;137;p21"/>
          <p:cNvSpPr/>
          <p:nvPr/>
        </p:nvSpPr>
        <p:spPr>
          <a:xfrm>
            <a:off x="571500" y="1051470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eautify this slide" id="142" name="Google Shape;142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26581"/>
            <a:ext cx="12191409" cy="68045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eautify this slide" id="147" name="Google Shape;147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26581"/>
            <a:ext cx="12191409" cy="68045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eautify this slide" id="152" name="Google Shape;152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26581"/>
            <a:ext cx="12191409" cy="68045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eautify this slide" id="157" name="Google Shape;157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26581"/>
            <a:ext cx="12191409" cy="68045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