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Urbanist Medium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bold.fntdata"/><Relationship Id="rId14" Type="http://schemas.openxmlformats.org/officeDocument/2006/relationships/font" Target="fonts/UrbanistMedium-regular.fntdata"/><Relationship Id="rId17" Type="http://schemas.openxmlformats.org/officeDocument/2006/relationships/font" Target="fonts/UrbanistMedium-boldItalic.fntdata"/><Relationship Id="rId16" Type="http://schemas.openxmlformats.org/officeDocument/2006/relationships/font" Target="fonts/Urbanist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27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28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28873"/>
            <a:ext cx="7620000" cy="440025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91076" y="1809898"/>
            <a:ext cx="6780847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고객 응대 시뮬레이터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개발 프로젝트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52525" y="4011810"/>
            <a:ext cx="645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OpenAI &amp; Gemini API 기반의 지능형 CS 훈련 시스템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52525" y="4602360"/>
            <a:ext cx="6457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[발표자 성함] | 2024.05.31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76350"/>
            <a:ext cx="5334000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76350"/>
            <a:ext cx="5334000" cy="52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362075" y="1666875"/>
            <a:ext cx="4360545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🎯 목표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2466975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실제 상담 환경과 유사한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고효율 저비용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훈련 시스템 구축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115175" y="1666875"/>
            <a:ext cx="432054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🏆 핵심 성과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677025" y="3971925"/>
            <a:ext cx="45529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819900" y="4114800"/>
            <a:ext cx="4267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"보고 듣고 말하는 멀티모달 훈련 환경 구현"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677025" y="3971925"/>
            <a:ext cx="381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7240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14425" y="34575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345757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단순 챗봇을 넘어선 멀티모달 경험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14425" y="37623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52525" y="376237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실전 같은 음성/영상 인터랙션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172402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867525" y="242887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Video RAG: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API 한계 극복 및 영상 동기화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867525" y="287655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기술 통합: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STT/TTS 및 3개국어 실시간 통역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867525" y="332422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협업: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Cursor AI 활용, 개발 속도 500% 향상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62000" y="3810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프로젝트 개요 및 핵심 성과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381000"/>
            <a:ext cx="47625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76350"/>
            <a:ext cx="3492549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276350"/>
            <a:ext cx="3492549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276350"/>
            <a:ext cx="3492549" cy="52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762631" y="2314575"/>
            <a:ext cx="11101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Brain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536650" y="2924175"/>
            <a:ext cx="156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OpenAI GPT-4o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Google Gemini Pro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579512" y="3819525"/>
            <a:ext cx="1476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대화 생성 &amp; 감정 분석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160883" y="2314575"/>
            <a:ext cx="187023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Voice &amp; Interface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157787" y="2924175"/>
            <a:ext cx="1876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OpenAI Whisper (STT)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TTS / Streamlit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586412" y="3819525"/>
            <a:ext cx="1019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웹 기반 통합 UI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174212" y="2314575"/>
            <a:ext cx="14001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&amp; Logic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40874" y="2924175"/>
            <a:ext cx="146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FAISS (Vector DB)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Video Clip DB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140874" y="3819525"/>
            <a:ext cx="1466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RAG 검색 &amp; 영상 매핑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16097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16097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16097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62000" y="3810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기술 스택 (Tech Stack)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381000"/>
            <a:ext cx="47625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762000"/>
            <a:ext cx="4650581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🤖 AI Pair Programming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with Cursor AI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0"/>
            <a:ext cx="59531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2628900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핵심: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전체 코드의 80% 이상을 AI와 협업 작성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3124200"/>
            <a:ext cx="465058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Success Stories: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14400" y="36957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52500" y="3695700"/>
            <a:ext cx="4238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Video RAG 로직 구현: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복잡한 감정-영상 매핑 알고리즘 완성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14400" y="43053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52500" y="4305300"/>
            <a:ext cx="4238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버그 해결: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Streamlit 세션 초기화 문제 (비디오 업로드 오류) 해결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14400" y="491490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2500" y="4914900"/>
            <a:ext cx="4238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UI 고도화: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통화 종료 감지(Regex) 및 다국어 팩 적용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32882"/>
            <a:ext cx="2430660" cy="1468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3532882"/>
            <a:ext cx="2430660" cy="1468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3532882"/>
            <a:ext cx="2430660" cy="1468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3532882"/>
            <a:ext cx="2430660" cy="146863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571500" y="14668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"립싱크 API 없이,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지능형 선택(Retrieval)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만으로 실감 나는 시각 효과 구현"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426720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730760" y="3742432"/>
            <a:ext cx="21121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1. 입력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81050" y="4152007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고객 텍스트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및 음성 입력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3603441" y="3742432"/>
            <a:ext cx="21121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2. AI 분석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653730" y="4152007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LLM 감정/제스처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판단 ("화남")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476121" y="3742432"/>
            <a:ext cx="21121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3. DB 검색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26410" y="4152007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Video DB 매칭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(angry_male.mp4)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348802" y="3742432"/>
            <a:ext cx="21121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4. 출력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399091" y="4152007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화면(영상) +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TTS 동시 재생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3810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핵심 기술 - Video RAG ⭐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381000"/>
            <a:ext cx="47625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76350"/>
            <a:ext cx="11049000" cy="52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59817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훈련이 반복될수록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예측 정확도 향상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및 개인별 맞춤 피드백 제공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762000" y="3810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데이터 기반 훈련 성과 예측 (LSTM)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381000"/>
            <a:ext cx="47625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76350"/>
            <a:ext cx="2547937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276350"/>
            <a:ext cx="2547937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276350"/>
            <a:ext cx="2547937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1276350"/>
            <a:ext cx="2547937" cy="520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7806" y="1571625"/>
            <a:ext cx="6953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07681" y="1571625"/>
            <a:ext cx="742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36606" y="1571625"/>
            <a:ext cx="7524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65531" y="1571625"/>
            <a:ext cx="762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1335405" y="2038350"/>
            <a:ext cx="10201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현재 완료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154906" y="2676525"/>
            <a:ext cx="1381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Video RAG 기반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시뮬레이터 완성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699033" y="2038350"/>
            <a:ext cx="19602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단기 (Next Sprint)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3731418" y="2676525"/>
            <a:ext cx="1895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Lottie 애니메이션 도입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(입모양 눈속임 효과)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827758" y="2057400"/>
            <a:ext cx="137017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장기 (Vision)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569868" y="2695575"/>
            <a:ext cx="1885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D-ID / Hyperclova 연동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(실시간 립싱크 구현)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0106501" y="2057400"/>
            <a:ext cx="4800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확장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389268" y="2695575"/>
            <a:ext cx="19145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Unreal Engine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MetaHuman 도입 검토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381000"/>
            <a:ext cx="11401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향후 계획 (Roadmap)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381000"/>
            <a:ext cx="47625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571500" y="12192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71500" y="19944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71500" y="19944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86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1666875" y="13620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https://img.freepik.com/premium-photo/programming-code-dark-screen_1239886-2688.jpg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666875" y="16077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5251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1666875" y="214684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https://static.vecteezy.com/system/resources/previews/072/106/335/non_2x/a-hand-shows-a-futuristic-ai-interface-with-icons-a-command-prompt-and-generate-and-agents-buttons-on-a-dark-background-photo.jpg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666875" y="25906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38100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