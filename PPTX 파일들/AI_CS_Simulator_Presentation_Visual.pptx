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고객 응대 시뮬레이터 개발 프로젝트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OpenAI &amp; Gemini API 기반의 지능형 CS 훈련 시스템</a:t>
            </a:r>
          </a:p>
          <a:p/>
          <a:p>
            <a:r>
              <a:t>발표자: [성함] / [발표일: 202X.XX.XX]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/>
            </a:pPr>
            <a:r>
              <a:t>AI 고객 응대 시뮬레이터 실제 사용 화면 사진 Placeholder (발표 시 교체)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 및 핵심 성과 구조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200"/>
            </a:pPr>
            <a:r>
              <a:t>핵심 성과 부연: 비용 효율성(영상 RAG), 기술 통합(STT/TTS/다국어), 개발 방법론(AI 협업) 세 가지 측면에서 목표 달성 과정을 시각화하여 보여줍니다.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 및 시스템 구성도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LLM/TTS: GPT-4o 및 Gemini Pro를 활용하여 대화의 지능과 음성 출력을 담당합니다.</a:t>
            </a:r>
          </a:p>
          <a:p>
            <a:pPr>
              <a:defRPr sz="1200"/>
            </a:pPr>
            <a:r>
              <a:t>Streamlit App: Python 기반의 웹 프론트엔드로, 모든 AI 컴포넌트를 통합하고 UI를 제공하는 핵심 통합 플랫폼입니다.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개발 과정 혁신: AI Pair Programming (Cursor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활용률: 80% 이상</a:t>
            </a:r>
          </a:p>
          <a:p>
            <a:pPr lvl="1"/>
            <a:r>
              <a:t>주요 해결 과제 (Success Stories):</a:t>
            </a:r>
          </a:p>
          <a:p>
            <a:pPr lvl="2"/>
            <a:r>
              <a:t>1. 실시간 영상 동기화 (Video RAG): LLM 기반 지능적 비디오 선택 로직 구현.</a:t>
            </a:r>
          </a:p>
          <a:p>
            <a:pPr lvl="2"/>
            <a:r>
              <a:t>2. 비디오 업로드/재생 오류 해결: Streamlit의 한계를 극복하고 바이너리 저장 방식을 통해 안정성 확보.</a:t>
            </a:r>
          </a:p>
          <a:p>
            <a:pPr lvl="2"/>
            <a:r>
              <a:t>3. UI/UX 디테일 정교화: 통화 종료 인식, 다국어 팩, 사용자 편의성 기능 등을 빠르게 완성.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8288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/>
            </a:pPr>
            <a:r>
              <a:t>AI Pair Programming / 코딩 화면 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기술: 영상 RAG (Video Retrieval-Augmented Generation)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17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OpenAI/Gemini의 한계 (립싱크 불가)를 극복하기 위해, LLM의 분석 능력만을 활용하여 &lt;span class='highlight'&gt;미리 준비된 비디오 클립&lt;/span&gt;을 최적으로 선택하고 TTS와 동기화하여 재생하는 독창적 시각화 기법입니다.</a:t>
            </a:r>
          </a:p>
          <a:p>
            <a:pPr>
              <a:defRPr sz="1200"/>
            </a:pPr>
            <a:r>
              <a:t>RAG 흐름: (1) 고객 텍스트 → (2) LLM 감정 분석 → (3) 비디오 DB 검색 → (4) TTS 음성과 동기화 재생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성취도 예측 대시보드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목표: 상담원의 훈련 성과를 AI가 예측 및 추적하여 맞춤형 교육 제공</a:t>
            </a:r>
          </a:p>
          <a:p>
            <a:pPr lvl="1"/>
            <a:r>
              <a:t>기술 적용 (시계열 분석):</a:t>
            </a:r>
          </a:p>
          <a:p>
            <a:pPr lvl="2"/>
            <a:r>
              <a:t>LSTM 모델을 활용하여 과거 훈련 점수, 훈련 시간 등 시계열 데이터를 학습합니다.</a:t>
            </a:r>
          </a:p>
          <a:p>
            <a:pPr lvl="2"/>
            <a:r>
              <a:t>특징: 훈련을 반복할수록 모델의 예측 정확도가 향상되는 것을 대시보드에서 시각적으로 확인 가능합니다.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675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계획 및 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단기 고도화 (Next Sprint):</a:t>
            </a:r>
          </a:p>
          <a:p>
            <a:pPr lvl="1"/>
            <a:r>
              <a:t>1. Lottie 애니메이션 Fallback 적용: 립싱크 대안으로 듀오링고 스타일의 '말하는 눈속임' 구현.</a:t>
            </a:r>
          </a:p>
          <a:p>
            <a:pPr lvl="1"/>
            <a:r>
              <a:t>2. LSTM 모델 고도화: 실제 응대 데이터셋 기반으로 모델을 재훈련하여 예측 정확도를 높임.</a:t>
            </a:r>
          </a:p>
          <a:p>
            <a:pPr>
              <a:defRPr sz="1800"/>
            </a:pPr>
            <a:r>
              <a:t>🎯 장기 목표 (예산 확보 및 환경 확장):</a:t>
            </a:r>
          </a:p>
          <a:p>
            <a:pPr lvl="1"/>
            <a:r>
              <a:t>1. 전문 API 연동: D-ID 또는 Hyperclova API 연동을 통한 실시간 립싱크 아바타 구현.</a:t>
            </a:r>
          </a:p>
          <a:p>
            <a:pPr lvl="1"/>
            <a:r>
              <a:t>2. 훈련 환경 확장: 언리얼 엔진 / MetaHuman 도입을 검토하여 3D 가상 훈련 환경 구축.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