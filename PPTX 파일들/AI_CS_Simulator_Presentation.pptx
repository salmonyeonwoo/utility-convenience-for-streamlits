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고객 응대 시뮬레이터 개발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 &amp; Gemini API 기반의 지능형 CS 훈련 시스템</a:t>
            </a:r>
          </a:p>
          <a:p>
            <a:r>
              <a:t>개발자: [성함]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실제 상담 환경과 유사한 AI 기반 고객 응대 훈련 시스템 구축</a:t>
            </a:r>
          </a:p>
          <a:p>
            <a:pPr lvl="1"/>
            <a:r>
              <a:t>핵심 기능:</a:t>
            </a:r>
          </a:p>
          <a:p>
            <a:pPr lvl="2"/>
            <a:r>
              <a:t>- 실시간 음성/화상 통화 시뮬레이션 (STT/TTS)</a:t>
            </a:r>
          </a:p>
          <a:p>
            <a:pPr lvl="2"/>
            <a:r>
              <a:t>- LLM 기반의 지능형 감정 분석 및 대응 가이드 제공</a:t>
            </a:r>
          </a:p>
          <a:p>
            <a:pPr lvl="2"/>
            <a:r>
              <a:t>- 다국어(한국어, 영어, 일본어) 지원 및 실시간 번역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Engine:</a:t>
            </a:r>
          </a:p>
          <a:p>
            <a:pPr lvl="1"/>
            <a:r>
              <a:t>- Frontend: Streamlit (Python)</a:t>
            </a:r>
          </a:p>
          <a:p>
            <a:pPr lvl="1"/>
            <a:r>
              <a:t>- AI Models: OpenAI GPT-4o, Google Gemini Pro 1.5</a:t>
            </a:r>
          </a:p>
          <a:p>
            <a:pPr lvl="1"/>
            <a:r>
              <a:t>- Audio: OpenAI Whisper (STT), OpenAI 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과정: AI 협업 (Cursor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Pair Programming을 통한 효율성 극대화 (80% 이상 기여)</a:t>
            </a:r>
          </a:p>
          <a:p>
            <a:pPr lvl="1"/>
            <a:r>
              <a:t>주요 해결 과제:</a:t>
            </a:r>
          </a:p>
          <a:p>
            <a:pPr lvl="2"/>
            <a:r>
              <a:t>1. 실시간 영상 동기화 (Video RAG): LLM 감정 분석과 비디오 매핑 로직 구현</a:t>
            </a:r>
          </a:p>
          <a:p>
            <a:pPr lvl="2"/>
            <a:r>
              <a:t>2. 비디오 업로드 오류 해결: 세션 상태(Session State)와 파일 시스템 간 동기화 문제 해결</a:t>
            </a:r>
          </a:p>
          <a:p>
            <a:pPr lvl="2"/>
            <a:r>
              <a:t>3. 다국어 지원 확장: 언어별 프롬프트 최적화 및 UI 동적 변경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기술: 영상 RAG (Video 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문제: API 키만으로는 실시간 립싱크 생성 불가 (비용/기술 한계)</a:t>
            </a:r>
          </a:p>
          <a:p>
            <a:pPr lvl="1"/>
            <a:r>
              <a:t>해결책: Retrieval-Augmented Generation 방식 도입</a:t>
            </a:r>
          </a:p>
          <a:p>
            <a:pPr lvl="2"/>
            <a:r>
              <a:t>- 미리 준비된 고품질 비디오 클립(감정별/성별) DB 구축</a:t>
            </a:r>
          </a:p>
          <a:p>
            <a:pPr lvl="2"/>
            <a:r>
              <a:t>- LLM이 실시간으로 고객의 텍스트에서 '감정'과 '제스처'를 분석</a:t>
            </a:r>
          </a:p>
          <a:p>
            <a:pPr lvl="2"/>
            <a:r>
              <a:t>- 분석 결과에 가장 적합한 비디오를 TTS 음성과 동기화하여 재생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 및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고도화 계획:</a:t>
            </a:r>
          </a:p>
          <a:p>
            <a:pPr lvl="1"/>
            <a:r>
              <a:t>- 전문 가상 휴먼 API (D-ID, Hyperclova) 연동을 통한 실시간 립싱크 구현 (예산 확보 시)</a:t>
            </a:r>
          </a:p>
          <a:p>
            <a:pPr lvl="1"/>
            <a:r>
              <a:t>- Lottie 애니메이션 추가를 통한 시각적 피드백 강화</a:t>
            </a:r>
          </a:p>
          <a:p>
            <a:pPr lvl="1"/>
            <a:r>
              <a:t>기대 효과:</a:t>
            </a:r>
          </a:p>
          <a:p>
            <a:pPr lvl="2"/>
            <a:r>
              <a:t>- 신입 상담원 교육 시간 50% 단축 및 실전 대응 능력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