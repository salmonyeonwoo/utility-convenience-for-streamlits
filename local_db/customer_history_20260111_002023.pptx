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2026-01-11 00:20:23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session_70f6c3b9-437f-4114-bf54-b30921f83b04</a:t>
            </a:r>
          </a:p>
          <a:p>
            <a:pPr/>
            <a:r>
              <a:t>날짜: 2026-01-11T00:20:23.198191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오사카 유니버셜 스튜디오 재팬 입장권과 익스프레스 패스 구매 문의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