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00:24:23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session_70f6c3b9-437f-4114-bf54-b30921f83b04</a:t>
            </a:r>
          </a:p>
          <a:p>
            <a:pPr/>
            <a:r>
              <a:t>날짜: 2026-01-11T00:24:23.353271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Express Pass and e-ticket for Universal Studios Japan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