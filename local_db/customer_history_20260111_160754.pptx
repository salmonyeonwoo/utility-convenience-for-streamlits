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16:07:54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session_ef88d9da-f348-496e-b82d-36d4cd9debba</a:t>
            </a:r>
          </a:p>
          <a:p>
            <a:pPr/>
            <a:r>
              <a:t>날짜: 2026-01-11T16:07:54.749240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이용 가능한 역 구간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