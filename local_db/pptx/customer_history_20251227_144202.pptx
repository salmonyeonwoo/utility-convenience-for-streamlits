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14:42:02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session_f9ebef8b-f8d0-470a-912e-448f3026cd71</a:t>
            </a:r>
          </a:p>
          <a:p>
            <a:pPr/>
            <a:r>
              <a:t>日付: 2025-12-27T14:42:02.267177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Cancellation or amendment of Shanghai Disneyland tickets due to unavoidable circumstances.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