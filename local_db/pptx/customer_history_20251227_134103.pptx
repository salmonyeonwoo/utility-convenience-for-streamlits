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13:41:03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2025-12-27T13:41:03.466599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of Shanghai Disneyland reservation due to health reasons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