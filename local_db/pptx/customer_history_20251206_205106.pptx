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20:51:06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2025-12-06T20:51:05.775741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