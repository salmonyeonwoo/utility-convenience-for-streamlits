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16:55:44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call_session_a6835a66-1ab5-4ae7-b70c-a73a725aec5e</a:t>
            </a:r>
          </a:p>
          <a:p>
            <a:pPr/>
            <a:r>
              <a:t>날짜: 2025-12-06T16:55:43.666005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