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2025-12-16 22:13:28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call_session_8900f39f-ac2d-477b-b2e5-95641abc3f07</a:t>
            </a:r>
          </a:p>
          <a:p>
            <a:pPr/>
            <a:r>
              <a:t>Date: 2025-12-16T22:13:28.702412</a:t>
            </a:r>
          </a:p>
          <a:p>
            <a:pPr/>
            <a:r>
              <a:t>Initial Inquiry: 오사카 유니버셜 스튜디오 재팬 입장권 + 익스프레스 문의 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오사카 유니버셜 스튜디오 재팬 입장권 + 익스프레스 문의 </a:t>
            </a:r>
          </a:p>
          <a:p>
            <a:pPr/>
            <a:r>
              <a:t>Customer Sentiment Score: 50/100</a:t>
            </a:r>
          </a:p>
          <a:p>
            <a:pPr/>
            <a:r>
              <a:t>Customer Satisfaction Score: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