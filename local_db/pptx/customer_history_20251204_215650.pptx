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21:56:50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call_session_d2d40794-51fa-44f8-af34-4b7dfa37d3b7</a:t>
            </a:r>
          </a:p>
          <a:p>
            <a:pPr/>
            <a:r>
              <a:t>날짜: 2025-12-04T21:56:50.063312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