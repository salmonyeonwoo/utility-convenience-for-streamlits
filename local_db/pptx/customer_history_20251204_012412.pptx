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2025-12-04 01:24:12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call_session_478c634f-6df4-4d0f-8456-bfa5439b6b15</a:t>
            </a:r>
          </a:p>
          <a:p>
            <a:pPr/>
            <a:r>
              <a:t>날짜: 2025-12-04T01:24:12.194061</a:t>
            </a:r>
          </a:p>
          <a:p>
            <a:pPr/>
            <a:r>
              <a:t>초기 문의: https://www.klook.com/ko/activity/1420-7-day-whole-japan-rail-pass-jr-pass/?spm=Activity.SearchSuggest_LIST&amp;clickId=c3031f6080</a:t>
            </a:r>
            <a:br/>
            <a:br/>
            <a:r>
              <a:t>JR 패스 문의 </a:t>
            </a:r>
            <a:br/>
            <a:br/>
            <a:r>
              <a:t>유효기한 및 이용 가능한 역 구간들</a:t>
            </a:r>
            <a:br/>
            <a:r>
              <a:t>취소 및 환불 문의</a:t>
            </a:r>
            <a:br/>
            <a:r>
              <a:t>기타</a:t>
            </a:r>
            <a:br/>
          </a:p>
          <a:p>
            <a:pPr/>
            <a:r>
              <a:t>고객 유형: 까다로운 고객</a:t>
            </a:r>
          </a:p>
          <a:p>
            <a:pPr/>
            <a:r>
              <a:t>주요 문의: https://www.klook.com/ko/activity/1420-7-day-whole-japan-rail-pass-jr-pass/?spm=Activity.SearchSuggest_LIST&amp;clickId=c3031f6080</a:t>
            </a:r>
            <a:br/>
            <a:br/>
            <a:r>
              <a:t>JR 패스 문의 </a:t>
            </a:r>
            <a:br/>
            <a:br/>
            <a:r>
              <a:t>유효기한 및 이용 가능한 역 구간들</a:t>
            </a:r>
            <a:br/>
            <a:r>
              <a:t>취소 및 환불 문의</a:t>
            </a:r>
            <a:br/>
            <a:r>
              <a:t>기타</a:t>
            </a:r>
            <a:br/>
          </a:p>
          <a:p>
            <a:pPr/>
            <a:r>
              <a:t>고객 감정 점수: 50/100</a:t>
            </a:r>
          </a:p>
          <a:p>
            <a:pPr/>
            <a:r>
              <a:t>고객 만족도 점수: 50/100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