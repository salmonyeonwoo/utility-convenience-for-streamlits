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17:17:08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날짜: 2025-12-28T17:17:07.701193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전화 통화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