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21:19:58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session_07fb51f8-b1cd-4b4e-8fcc-e932cf48ee9c</a:t>
            </a:r>
          </a:p>
          <a:p>
            <a:pPr/>
            <a:r>
              <a:t>날짜: 2025-12-24T21:19:58.094151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booking process and information received via email for Osaka Universal Studios Japan entrance ticket and express pass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