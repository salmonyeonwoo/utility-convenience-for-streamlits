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2025-12-06 22:52:44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call_session_8fea1928-7c69-4027-9519-446f07c4b53d</a:t>
            </a:r>
          </a:p>
          <a:p>
            <a:pPr/>
            <a:r>
              <a:t>날짜: 2025-12-06T22:52:43.394791</a:t>
            </a:r>
          </a:p>
          <a:p>
            <a:pPr/>
            <a:r>
              <a:t>초기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유형: 까다로운 고객</a:t>
            </a:r>
          </a:p>
          <a:p>
            <a:pPr/>
            <a:r>
              <a:t>주요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