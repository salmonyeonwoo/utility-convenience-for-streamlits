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2025-12-17 12:24:42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call_session_ea119d2a-6a5c-4295-a49c-56187f246a5c</a:t>
            </a:r>
          </a:p>
          <a:p>
            <a:pPr/>
            <a:r>
              <a:t>날짜: 2025-12-17T12:24:42.185252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