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2025-12-24 15:15:41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call_05a5c064-8bd0-4f2f-918f-10669bd4b9f3</a:t>
            </a:r>
          </a:p>
          <a:p>
            <a:pPr/>
            <a:r>
              <a:t>日付: 2025-12-24T15:15:40.883419</a:t>
            </a:r>
          </a:p>
          <a:p>
            <a:pPr/>
            <a:r>
              <a:t>初期問い合わせ: お客様のお問い合わせの内容：パリーでeSIMのデーターの活性化の手続の中で、トラブルに向かっている</a:t>
            </a:r>
          </a:p>
          <a:p>
            <a:pPr/>
            <a:r>
              <a:t>顧客タイプ: 一般的な問い合わせ</a:t>
            </a:r>
          </a:p>
          <a:p>
            <a:pPr/>
            <a:r>
              <a:t>主な問い合わせ: Trouble activating eSIM data in Paris</a:t>
            </a:r>
          </a:p>
          <a:p>
            <a:pPr/>
            <a:r>
              <a:t>顧客の感情スコア: 80/100</a:t>
            </a:r>
          </a:p>
          <a:p>
            <a:pPr/>
            <a:r>
              <a:t>顧客満足度スコア: 85/100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