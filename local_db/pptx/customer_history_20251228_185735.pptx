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2025-12-28 18:57:35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日付: 2025-12-28T18:57:35.665004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Inquiry about JR Pass usage in Tokyo and Osaka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