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23:00:42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2025-12-13T23:00:41.876413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오사카 유니버셜 스튜디오 재팬 입장권 및 익스프레스 패스 사용 방법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