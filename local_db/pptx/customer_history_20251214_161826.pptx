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2025-12-14 16:18:26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session_e3236395-4981-46c4-aa78-271d235e30d2</a:t>
            </a:r>
          </a:p>
          <a:p>
            <a:pPr/>
            <a:r>
              <a:t>날짜: 2025-12-14T16:18:26.061497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Request for activation of French eSIM</a:t>
            </a:r>
          </a:p>
          <a:p>
            <a:pPr/>
            <a:r>
              <a:t>고객 감정 점수: 90/100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