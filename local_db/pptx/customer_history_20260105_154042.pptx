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2026-01-05 15:40:42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session_749bbe93-7023-48fb-a0d8-5285635b585a</a:t>
            </a:r>
          </a:p>
          <a:p>
            <a:pPr/>
            <a:r>
              <a:t>날짜: 2026-01-05T15:40:42.871104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eSIM activation issue in Tokyo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