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2025-12-30 14:09:31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session_ec0fe4af-e129-499a-822c-94f98b9c5c8c</a:t>
            </a:r>
          </a:p>
          <a:p>
            <a:pPr/>
            <a:r>
              <a:t>날짜: 2025-12-30T14:09:31.359071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JR 패스의 유효기한 및 이용 가능한 역 구간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