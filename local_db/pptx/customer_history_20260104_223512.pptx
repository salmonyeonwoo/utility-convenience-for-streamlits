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22:35:12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session_9500b548-2eb3-493d-93b7-ebe4d8b06dd2</a:t>
            </a:r>
          </a:p>
          <a:p>
            <a:pPr/>
            <a:r>
              <a:t>날짜: 2026-01-04T22:35:12.774129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공항 픽업 목적지 변경 (싱가포르 창이 공항)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