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17:47:28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call_session_09ccc2ae-5fc3-4fb4-b2ab-9131334e58b5</a:t>
            </a:r>
          </a:p>
          <a:p>
            <a:pPr/>
            <a:r>
              <a:t>날짜: 2025-12-11T17:47:27.831396</a:t>
            </a:r>
          </a:p>
          <a:p>
            <a:pPr/>
            <a:r>
              <a:t>초기 문의: </a:t>
            </a:r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</a:t>
            </a:r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