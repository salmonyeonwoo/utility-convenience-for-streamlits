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11:43:51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session_ac9d20c1-a8bb-4bc7-97ae-3a2e1b7189fa</a:t>
            </a:r>
          </a:p>
          <a:p>
            <a:pPr/>
            <a:r>
              <a:t>날짜: 2025-12-26T11:43:51.637349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및 익스프레스 패스 구매 결제 오류 문의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