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21:20:18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2025-12-24T21:20:18.731123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및 익스프레스 패스 예약 방법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