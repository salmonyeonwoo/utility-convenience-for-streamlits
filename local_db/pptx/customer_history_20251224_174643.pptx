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2025-12-24 17:46:43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call_05a5c064-8bd0-4f2f-918f-10669bd4b9f3</a:t>
            </a:r>
          </a:p>
          <a:p>
            <a:pPr/>
            <a:r>
              <a:t>日付: 2025-12-24T17:46:43.012404</a:t>
            </a:r>
          </a:p>
          <a:p>
            <a:pPr/>
            <a:r>
              <a:t>初期問い合わせ: お客様のお問い合わせの内容：パリーでeSIMのデーターの活性化の手続の中で、トラブルに向かっている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Trouble activating eSIM data in Paris</a:t>
            </a:r>
          </a:p>
          <a:p>
            <a:pPr/>
            <a:r>
              <a:t>顧客の感情スコア: 80/100</a:t>
            </a:r>
          </a:p>
          <a:p>
            <a:pPr/>
            <a:r>
              <a:t>顧客満足度スコア: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