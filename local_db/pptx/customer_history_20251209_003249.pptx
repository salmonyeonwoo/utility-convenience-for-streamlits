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00:32:49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session_ca275ae7-e9a2-418b-8a14-732ef133a09b</a:t>
            </a:r>
          </a:p>
          <a:p>
            <a:pPr/>
            <a:r>
              <a:t>날짜: 2025-12-09T00:32:49.435194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Universal Studios Japan entry and express pass usage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