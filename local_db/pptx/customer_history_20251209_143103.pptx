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14:31:03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call_session_b43db6b9-9f7e-459b-aaed-840e701de3d4</a:t>
            </a:r>
          </a:p>
          <a:p>
            <a:pPr/>
            <a:r>
              <a:t>날짜: 2025-12-09T14:31:03.648600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