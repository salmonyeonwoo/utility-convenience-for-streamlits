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23:28:28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call_call_20251228192907</a:t>
            </a:r>
          </a:p>
          <a:p>
            <a:pPr/>
            <a:r>
              <a:t>날짜: 2025-12-28T23:28:28.334027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Purchase and use of Universal Studios Japan express tickets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