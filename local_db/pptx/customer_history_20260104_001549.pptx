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2026-01-04 00:15:49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session_fadfe1ff-4a57-4cd3-b483-f857e2b7aa46</a:t>
            </a:r>
          </a:p>
          <a:p>
            <a:pPr/>
            <a:r>
              <a:t>Date: 2026-01-04T00:15:49.400160</a:t>
            </a:r>
          </a:p>
          <a:p>
            <a:pPr/>
            <a:r>
              <a:t>Initial Inquiry: </a:t>
            </a:r>
          </a:p>
          <a:p>
            <a:pPr/>
            <a:r>
              <a:t>Customer Type: General Inquiry</a:t>
            </a:r>
          </a:p>
          <a:p>
            <a:pPr/>
            <a:r>
              <a:t>Main Inquiry: Validity period and available sections of the JR Pass</a:t>
            </a:r>
          </a:p>
          <a:p>
            <a:pPr/>
            <a:r>
              <a:t>Customer Sentiment Score: 70/100</a:t>
            </a:r>
          </a:p>
          <a:p>
            <a:pPr/>
            <a:r>
              <a:t>Customer Satisfaction Score: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