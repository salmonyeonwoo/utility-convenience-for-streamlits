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2026-01-05 09:30:22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session_d7ef64a1-d5dc-4323-bdc3-2713ba28bba9</a:t>
            </a:r>
          </a:p>
          <a:p>
            <a:pPr/>
            <a:r>
              <a:t>날짜: 2026-01-05T09:30:22.847134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Express Pass for Universal Studios Japan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