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22:55:32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2025-12-24T22:55:32.549244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입장권과 익스프레스 패스 예약 방법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