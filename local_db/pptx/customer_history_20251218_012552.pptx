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01:25:53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session_dff42f96-b169-4a02-8250-6d47f8ebfe11</a:t>
            </a:r>
          </a:p>
          <a:p>
            <a:pPr/>
            <a:r>
              <a:t>날짜: 2025-12-18T01:25:51.550714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validity, cancellation, refund policies, and applicable stations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