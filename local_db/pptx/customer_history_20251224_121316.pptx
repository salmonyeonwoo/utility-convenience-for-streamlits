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12:13:16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session_18886ce9-788a-44e7-b24b-1dc057cbb426</a:t>
            </a:r>
          </a:p>
          <a:p>
            <a:pPr/>
            <a:r>
              <a:t>날짜: 2025-12-24T12:13:16.054473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결제 문제로 인한 오사카 유니버셜 스튜디오 재팬 입장권 및 익스프레스 패스 구매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