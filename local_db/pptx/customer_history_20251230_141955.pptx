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14:19:55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session_7c909ca4-2790-44ac-9eef-ada7fdafb49b</a:t>
            </a:r>
          </a:p>
          <a:p>
            <a:pPr/>
            <a:r>
              <a:t>날짜: 2025-12-30T14:19:55.320517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in Paris, France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