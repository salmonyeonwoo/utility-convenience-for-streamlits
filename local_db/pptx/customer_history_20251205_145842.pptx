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고객 응대 이력 요약</a:t>
            </a:r>
          </a:p>
        </p:txBody>
      </p:sp>
      <p:sp>
        <p:nvSpPr>
          <p:cNvPr id="3" name="Subtitle 2"/>
          <p:cNvSpPr>
            <a:spLocks noGrp="1"/>
          </p:cNvSpPr>
          <p:nvPr>
            <p:ph type="subTitle" idx="1"/>
          </p:nvPr>
        </p:nvSpPr>
        <p:spPr/>
        <p:txBody>
          <a:bodyPr/>
          <a:lstStyle/>
          <a:p>
            <a:r>
              <a:t>생성일: 2025-12-05 14:58:42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이력 #1</a:t>
            </a:r>
          </a:p>
        </p:txBody>
      </p:sp>
      <p:sp>
        <p:nvSpPr>
          <p:cNvPr id="3" name="Content Placeholder 2"/>
          <p:cNvSpPr>
            <a:spLocks noGrp="1"/>
          </p:cNvSpPr>
          <p:nvPr>
            <p:ph idx="1"/>
          </p:nvPr>
        </p:nvSpPr>
        <p:spPr/>
        <p:txBody>
          <a:bodyPr/>
          <a:lstStyle/>
          <a:p>
            <a:r>
              <a:t>ID: call_session_6d184c63-d38c-4955-8a83-b83c83d6c10f</a:t>
            </a:r>
          </a:p>
          <a:p>
            <a:pPr/>
            <a:r>
              <a:t>날짜: 2025-12-05T14:58:42.095753</a:t>
            </a:r>
          </a:p>
          <a:p>
            <a:pPr/>
            <a:r>
              <a:t>초기 문의: お客様がお子連れの予定で、子供向けのルーブル博物館の入場料金はどうなったのかとのお問合せを戴きました。</a:t>
            </a:r>
          </a:p>
          <a:p>
            <a:pPr/>
            <a:r>
              <a:t>고객 유형: 一般的な問い合わせ</a:t>
            </a:r>
          </a:p>
          <a:p>
            <a:pPr/>
            <a:r>
              <a:t>주요 문의: お客様がお子連れの予定で、子供向けのルーブル博物館の入場料金はどうなったのかとのお問合せを戴きました。</a:t>
            </a:r>
          </a:p>
          <a:p>
            <a:pPr/>
            <a:r>
              <a:t>고객 감정 점수: 50/100</a:t>
            </a:r>
          </a:p>
          <a:p>
            <a:pPr/>
            <a:r>
              <a:t>고객 만족도 점수: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