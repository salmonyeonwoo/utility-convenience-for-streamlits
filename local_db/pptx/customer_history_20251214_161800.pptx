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고객 응대 이력 요약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생성일: 2025-12-14 16:18:01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이력 #1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ID: session_e3236395-4981-46c4-aa78-271d235e30d2</a:t>
            </a:r>
          </a:p>
          <a:p>
            <a:pPr/>
            <a:r>
              <a:t>날짜: 2025-12-14T16:18:00.589507</a:t>
            </a:r>
          </a:p>
          <a:p>
            <a:pPr/>
            <a:r>
              <a:t>초기 문의: </a:t>
            </a:r>
          </a:p>
          <a:p>
            <a:pPr/>
            <a:r>
              <a:t>고객 성향: 일반적인 문의</a:t>
            </a:r>
          </a:p>
          <a:p>
            <a:pPr/>
            <a:r>
              <a:t>주요 문의: eSIM activation in France</a:t>
            </a:r>
          </a:p>
          <a:p>
            <a:pPr/>
            <a:r>
              <a:t>고객 감정 점수: 85/100</a:t>
            </a:r>
          </a:p>
          <a:p>
            <a:pPr/>
            <a:r>
              <a:t>고객 만족도 점수: 90/100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