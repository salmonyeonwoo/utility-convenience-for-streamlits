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2025-12-20 19:52:26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call_session_8ad5399c-472a-43ac-9c01-2c21553a67a6</a:t>
            </a:r>
          </a:p>
          <a:p>
            <a:pPr/>
            <a:r>
              <a:t>日付: 2025-12-20T19:52:26.073409</a:t>
            </a:r>
          </a:p>
          <a:p>
            <a:pPr/>
            <a:r>
              <a:t>初期問い合わせ: 利用可能な期限と区間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利用可能な期限と区間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