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11:21:00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call_session_d7171871-9993-4d73-9d77-80516cb18007</a:t>
            </a:r>
          </a:p>
          <a:p>
            <a:pPr/>
            <a:r>
              <a:t>날짜: 2025-12-08T11:20:59.978081</a:t>
            </a:r>
          </a:p>
          <a:p>
            <a:pPr/>
            <a:r>
              <a:t>초기 문의: 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유형: 一般的な問い合わせ</a:t>
            </a:r>
          </a:p>
          <a:p>
            <a:pPr/>
            <a:r>
              <a:t>주요 문의: お客様のお問い合わせの内容：パリーでeSIMのデーターの活性化の手続の中で、トラブルに向かっている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