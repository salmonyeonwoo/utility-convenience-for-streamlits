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11:45:49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session_ac9d20c1-a8bb-4bc7-97ae-3a2e1b7189fa</a:t>
            </a:r>
          </a:p>
          <a:p>
            <a:pPr/>
            <a:r>
              <a:t>날짜: 2025-12-26T11:45:49.294215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Issues with purchasing tickets and express pass for Universal Studios Japan due to payment errors.</a:t>
            </a:r>
          </a:p>
          <a:p>
            <a:pPr/>
            <a:r>
              <a:t>고객 감정 점수: 65/100</a:t>
            </a:r>
          </a:p>
          <a:p>
            <a:pPr/>
            <a:r>
              <a:t>고객 만족도 점수: 70/100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