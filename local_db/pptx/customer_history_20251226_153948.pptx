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2025-12-26 15:39:48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session_0b237f32-24b1-4116-a0b3-8fefac7706aa</a:t>
            </a:r>
          </a:p>
          <a:p>
            <a:pPr/>
            <a:r>
              <a:t>日付: 2025-12-26T15:39:48.526637</a:t>
            </a:r>
          </a:p>
          <a:p>
            <a:pPr/>
            <a:r>
              <a:t>初期問い合わせ: 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Inquiry about tickets and express pass for Universal Studios Japan</a:t>
            </a:r>
          </a:p>
          <a:p>
            <a:pPr/>
            <a:r>
              <a:t>顧客の感情スコア: 80/100</a:t>
            </a:r>
          </a:p>
          <a:p>
            <a:pPr/>
            <a:r>
              <a:t>顧客満足度スコア: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