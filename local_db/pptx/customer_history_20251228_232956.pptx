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23:29:56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날짜: 2025-12-28T23:29:56.314926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Universal Studios Japan Express and admission tickets.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