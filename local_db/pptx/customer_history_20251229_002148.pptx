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00:21:48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call_call_20251229001509</a:t>
            </a:r>
          </a:p>
          <a:p>
            <a:pPr/>
            <a:r>
              <a:t>日付: 2025-12-29T00:21:48.800814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Inquiries about Universal Studios business use rights, ticket differences, and attraction usage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