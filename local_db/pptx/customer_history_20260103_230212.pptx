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23:02:12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session_071e77f7-70a0-4837-9681-2a28178d42eb</a:t>
            </a:r>
          </a:p>
          <a:p>
            <a:pPr/>
            <a:r>
              <a:t>日付: 2026-01-03T23:02:12.645210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Request to change the date of Lotte World Sky admission due to flight cancellation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