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17:48:57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2025-12-24T17:48:56.999877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activating eSIM data in Paris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