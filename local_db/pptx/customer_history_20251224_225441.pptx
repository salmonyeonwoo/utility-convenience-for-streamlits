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22:54:41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2025-12-24T22:54:40.694008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Universal Studios Japan ticket and express pass reservation process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