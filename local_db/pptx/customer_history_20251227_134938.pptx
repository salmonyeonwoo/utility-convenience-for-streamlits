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2025-12-27 13:49:38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session_5b9f21d1-28f7-4398-bcd1-f66a9cee2588</a:t>
            </a:r>
          </a:p>
          <a:p>
            <a:pPr/>
            <a:r>
              <a:t>날짜: 2025-12-27T13:49:38.623133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Cancellation and refund request for Shanghai Disneyland booking due to health issues.</a:t>
            </a:r>
          </a:p>
          <a:p>
            <a:pPr/>
            <a:r>
              <a:t>고객 감정 점수: 80/100</a:t>
            </a:r>
          </a:p>
          <a:p>
            <a:pPr/>
            <a:r>
              <a:t>고객 만족도 점수: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