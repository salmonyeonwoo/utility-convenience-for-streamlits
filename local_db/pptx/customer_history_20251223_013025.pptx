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2025-12-23 01:30:25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session_b02fca02-2433-426f-9fb5-262de4269c19</a:t>
            </a:r>
          </a:p>
          <a:p>
            <a:pPr/>
            <a:r>
              <a:t>日付: 2025-12-23T01:30:25.338973</a:t>
            </a:r>
          </a:p>
          <a:p>
            <a:pPr/>
            <a:r>
              <a:t>初期問い合わせ: 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Universal Studios Japan entrance ticket and express pass details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