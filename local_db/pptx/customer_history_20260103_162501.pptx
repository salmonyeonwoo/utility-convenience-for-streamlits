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16:25:01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session_3b73ca4f-4f99-4d6c-b1d8-607d54936c8f</a:t>
            </a:r>
          </a:p>
          <a:p>
            <a:pPr/>
            <a:r>
              <a:t>날짜: 2026-01-03T16:25:01.269120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policy and QR code usage for Disneyland Paris tickets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