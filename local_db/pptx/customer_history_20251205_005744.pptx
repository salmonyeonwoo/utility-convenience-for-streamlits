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2025-12-05 00:57:44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call_session_401a2a9d-747b-4e5f-9972-775b1b8867b1</a:t>
            </a:r>
          </a:p>
          <a:p>
            <a:pPr/>
            <a:r>
              <a:t>날짜: 2025-12-05T00:57:44.005527</a:t>
            </a:r>
          </a:p>
          <a:p>
            <a:pPr/>
            <a:r>
              <a:t>초기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유형: 일반적인 문의</a:t>
            </a:r>
          </a:p>
          <a:p>
            <a:pPr/>
            <a:r>
              <a:t>주요 문의: JR 패스 문의 </a:t>
            </a:r>
            <a:br/>
            <a:br/>
            <a:r>
              <a:t>유효기한 및 이용 가능한 역 구간들</a:t>
            </a:r>
            <a:br/>
            <a:r>
              <a:t>취소 및 환불 문의</a:t>
            </a:r>
            <a:br/>
            <a:r>
              <a:t>기타</a:t>
            </a:r>
            <a:br/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