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2025-12-12 15:35:47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session_379eb26a-1fca-452b-b93c-e430d6a5d963</a:t>
            </a:r>
          </a:p>
          <a:p>
            <a:pPr/>
            <a:r>
              <a:t>날짜: 2025-12-12T15:35:47.140675</a:t>
            </a:r>
          </a:p>
          <a:p>
            <a:pPr/>
            <a:r>
              <a:t>초기 문의: 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How to update destination and flight information for airport transfer booking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