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2025-12-11 09:52:47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session_2e39ff4b-3095-4deb-8540-a56c1916e0b2</a:t>
            </a:r>
          </a:p>
          <a:p>
            <a:pPr/>
            <a:r>
              <a:t>날짜: 2025-12-11T09:52:47.347458</a:t>
            </a:r>
          </a:p>
          <a:p>
            <a:pPr/>
            <a:r>
              <a:t>초기 문의: </a:t>
            </a:r>
          </a:p>
          <a:p>
            <a:pPr/>
            <a:r>
              <a:t>고객 유형: 까다로운 고객</a:t>
            </a:r>
          </a:p>
          <a:p>
            <a:pPr/>
            <a:r>
              <a:t>주요 문의: Inquiry about Universal Studios Japan Express Pass purchase and options</a:t>
            </a:r>
          </a:p>
          <a:p>
            <a:pPr/>
            <a:r>
              <a:t>고객 감정 점수: 80/100</a:t>
            </a:r>
          </a:p>
          <a:p>
            <a:pPr/>
            <a:r>
              <a:t>고객 만족도 점수: 90/100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