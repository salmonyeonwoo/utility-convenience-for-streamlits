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11:29:13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session_a8b76041-3bf1-40b7-b4cf-96afbbb72c54</a:t>
            </a:r>
          </a:p>
          <a:p>
            <a:pPr/>
            <a:r>
              <a:t>날짜: 2025-12-24T11:29:13.616578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Ticket booking and usage for Osaka Universal Studios Japan including QR code receipt and express pass usage details.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