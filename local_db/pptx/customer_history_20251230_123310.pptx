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2025-12-30 12:33:10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call_call_20251230122606</a:t>
            </a:r>
          </a:p>
          <a:p>
            <a:pPr/>
            <a:r>
              <a:t>날짜: 2025-12-30T12:33:09.997542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JRBC and availability of phone support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