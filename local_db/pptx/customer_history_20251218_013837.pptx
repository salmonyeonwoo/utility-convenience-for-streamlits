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2025-12-18 01:38:37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call_session_63ab717c-e118-4565-ac78-7cf4bf0be060</a:t>
            </a:r>
          </a:p>
          <a:p>
            <a:pPr/>
            <a:r>
              <a:t>날짜: 2025-12-18T01:38:37.077559</a:t>
            </a:r>
          </a:p>
          <a:p>
            <a:pPr/>
            <a:r>
              <a:t>초기 문의: </a:t>
            </a:r>
            <a:br/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성향: 까다로운 고객</a:t>
            </a:r>
          </a:p>
          <a:p>
            <a:pPr/>
            <a:r>
              <a:t>주요 문의: </a:t>
            </a:r>
            <a:br/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