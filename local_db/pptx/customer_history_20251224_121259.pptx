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12:12:59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session_18886ce9-788a-44e7-b24b-1dc057cbb426</a:t>
            </a:r>
          </a:p>
          <a:p>
            <a:pPr/>
            <a:r>
              <a:t>날짜: 2025-12-24T12:12:59.551188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문의 오사카 유니버셜 스튜디오 재팬 입장권 + 익스프레스 패스 결제 문제</a:t>
            </a:r>
          </a:p>
          <a:p>
            <a:pPr/>
            <a:r>
              <a:t>고객 감정 점수: 70/100</a:t>
            </a:r>
          </a:p>
          <a:p>
            <a:pPr/>
            <a:r>
              <a:t>고객 만족도 점수: 75/100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