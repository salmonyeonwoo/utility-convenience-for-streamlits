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22:09:46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call_session_daaefb6b-af07-4223-a0a3-53c170b21332</a:t>
            </a:r>
          </a:p>
          <a:p>
            <a:pPr/>
            <a:r>
              <a:t>날짜: 2025-12-04T22:09:46.346889</a:t>
            </a:r>
          </a:p>
          <a:p>
            <a:pPr/>
            <a:r>
              <a:t>초기 문의: お客様のお問い合わせの内容：パリーでeSIMのデーターの活性化の手続の中で、トラブルに向かっている </a:t>
            </a:r>
          </a:p>
          <a:p>
            <a:pPr/>
            <a:r>
              <a:t>고객 유형: 一般的な問い合わせ</a:t>
            </a:r>
          </a:p>
          <a:p>
            <a:pPr/>
            <a:r>
              <a:t>주요 문의: お客様のお問い合わせの内容：パリーでeSIMのデーターの活性化の手続の中で、トラブルに向かっている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