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17:34:11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session_e4b31167-daed-43cf-8a8c-aa77dd198fa0</a:t>
            </a:r>
          </a:p>
          <a:p>
            <a:pPr/>
            <a:r>
              <a:t>날짜: 2025-12-11T17:34:09.954181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How to use Universal Studios Japan e-ticket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