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16:47:18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session_a7a05b79-3d47-48bb-bdbc-3a3db31497e3</a:t>
            </a:r>
          </a:p>
          <a:p>
            <a:pPr/>
            <a:r>
              <a:t>날짜: 2025-12-23T16:47:18.026887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the usability and activation issue of purchased eSIMs in Japan.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