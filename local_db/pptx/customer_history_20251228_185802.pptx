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2025-12-28 18:58:02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日付: 2025-12-28T18:58:02.160331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Inquiry about JR Pass usage and available routes during travel in Tokyo and Osaka.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