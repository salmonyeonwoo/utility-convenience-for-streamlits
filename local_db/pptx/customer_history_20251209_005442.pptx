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00:54:42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session_1a29c012-bfcb-479f-9702-9457fb0a8cc2</a:t>
            </a:r>
          </a:p>
          <a:p>
            <a:pPr/>
            <a:r>
              <a:t>날짜: 2025-12-09T00:54:41.987201</a:t>
            </a:r>
          </a:p>
          <a:p>
            <a:pPr/>
            <a:r>
              <a:t>초기 문의: 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Inquiry about Japan Rail Pass validity and usage, and cancellation/refund policy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