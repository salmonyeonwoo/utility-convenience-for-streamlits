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11:46:18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call_1c9c85b6-c73e-4e3c-8275-8b5986f5dcef</a:t>
            </a:r>
          </a:p>
          <a:p>
            <a:pPr/>
            <a:r>
              <a:t>날짜: 2025-12-26T11:46:17.960665</a:t>
            </a:r>
          </a:p>
          <a:p>
            <a:pPr/>
            <a:r>
              <a:t>초기 문의: 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tickets and express passes for Universal Studios Japan, Osaka.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