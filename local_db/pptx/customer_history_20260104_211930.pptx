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2026-01-04 21:19:30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session_ba2e3001-29f1-41c3-bb5e-29a4bb6080a4</a:t>
            </a:r>
          </a:p>
          <a:p>
            <a:pPr/>
            <a:r>
              <a:t>日付: 2026-01-04T21:19:30.157870</a:t>
            </a:r>
          </a:p>
          <a:p>
            <a:pPr/>
            <a:r>
              <a:t>初期問い合わせ: </a:t>
            </a:r>
          </a:p>
          <a:p>
            <a:pPr/>
            <a:r>
              <a:t>顧客タイプ: 一般的な問い合わせ</a:t>
            </a:r>
          </a:p>
          <a:p>
            <a:pPr/>
            <a:r>
              <a:t>主な問い合わせ: Request to change Eurostar seat to a window seat</a:t>
            </a:r>
          </a:p>
          <a:p>
            <a:pPr/>
            <a:r>
              <a:t>顧客の感情スコア: 85/100</a:t>
            </a:r>
          </a:p>
          <a:p>
            <a:pPr/>
            <a:r>
              <a:t>顧客満足度スコア: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