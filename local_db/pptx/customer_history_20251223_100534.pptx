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10:05:35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session_8c752536-56cb-4403-9969-63d881773027</a:t>
            </a:r>
          </a:p>
          <a:p>
            <a:pPr/>
            <a:r>
              <a:t>날짜: 2025-12-23T10:05:34.789771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Universal Studios Japan Express Pass and entry ticket, and the differences between them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