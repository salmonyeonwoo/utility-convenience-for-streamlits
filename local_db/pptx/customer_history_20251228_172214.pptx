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17:22:14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2025-12-28T17:22:14.451877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usage in Tokyo and Osaka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