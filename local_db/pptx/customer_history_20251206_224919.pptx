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22:49:20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call_session_63df1a54-e2c1-4f09-add5-ea296c7f2595</a:t>
            </a:r>
          </a:p>
          <a:p>
            <a:pPr/>
            <a:r>
              <a:t>날짜: 2025-12-06T22:49:17.382836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