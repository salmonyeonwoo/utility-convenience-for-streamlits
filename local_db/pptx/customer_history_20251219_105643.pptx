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顧客対応履歴要約</a:t>
            </a:r>
          </a:p>
        </p:txBody>
      </p:sp>
      <p:sp>
        <p:nvSpPr>
          <p:cNvPr id="3" name="Subtitle 2"/>
          <p:cNvSpPr>
            <a:spLocks noGrp="1"/>
          </p:cNvSpPr>
          <p:nvPr>
            <p:ph type="subTitle" idx="1"/>
          </p:nvPr>
        </p:nvSpPr>
        <p:spPr/>
        <p:txBody>
          <a:bodyPr/>
          <a:lstStyle/>
          <a:p>
            <a:r>
              <a:t>作成日: 2025-12-19 10:56:43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履歴 #1</a:t>
            </a:r>
          </a:p>
        </p:txBody>
      </p:sp>
      <p:sp>
        <p:nvSpPr>
          <p:cNvPr id="3" name="Content Placeholder 2"/>
          <p:cNvSpPr>
            <a:spLocks noGrp="1"/>
          </p:cNvSpPr>
          <p:nvPr>
            <p:ph idx="1"/>
          </p:nvPr>
        </p:nvSpPr>
        <p:spPr/>
        <p:txBody>
          <a:bodyPr/>
          <a:lstStyle/>
          <a:p>
            <a:r>
              <a:t>ID: call_session_69279ca6-e08d-4a73-8d07-6b17950e6326</a:t>
            </a:r>
          </a:p>
          <a:p>
            <a:pPr/>
            <a:r>
              <a:t>日付: 2025-12-19T10:56:43.222944</a:t>
            </a:r>
          </a:p>
          <a:p>
            <a:pPr/>
            <a:r>
              <a:t>初期問い合わせ: お客様がお子連れの予定で、子供向けのルーブル博物館の入場料金はどうなったのかとのお問合せを戴きました。</a:t>
            </a:r>
            <a:br/>
          </a:p>
          <a:p>
            <a:pPr/>
            <a:r>
              <a:t>顧客タイプ: 一般的な問い合わせ</a:t>
            </a:r>
          </a:p>
          <a:p>
            <a:pPr/>
            <a:r>
              <a:t>主な問い合わせ: お客様がお子連れの予定で、子供向けのルーブル博物館の入場料金はどうなったのかとのお問合せを戴きました。</a:t>
            </a:r>
            <a:br/>
          </a:p>
          <a:p>
            <a:pPr/>
            <a:r>
              <a:t>顧客の感情スコア: 50/100</a:t>
            </a:r>
          </a:p>
          <a:p>
            <a:pPr/>
            <a:r>
              <a:t>顧客満足度スコア: 50/100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