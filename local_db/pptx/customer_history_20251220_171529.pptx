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17:15:29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call_session_1e163b2c-f861-4fc6-9863-2b81135b1c9f</a:t>
            </a:r>
          </a:p>
          <a:p>
            <a:pPr/>
            <a:r>
              <a:t>日付: 2025-12-20T17:15:29.432076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