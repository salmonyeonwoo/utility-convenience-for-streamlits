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2025-12-19 10:43:47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call_session_d49ccc72-31f9-493f-b72d-2153c3934b01</a:t>
            </a:r>
          </a:p>
          <a:p>
            <a:pPr/>
            <a:r>
              <a:t>日付: 2025-12-19T10:43:46.455981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