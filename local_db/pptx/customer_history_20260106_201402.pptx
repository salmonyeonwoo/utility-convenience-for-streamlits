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Interaction History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Created Date: 2026-01-06 20:14:02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History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call_f9f27fb0-9d2e-4fce-bc2f-9e70290f2c1b</a:t>
            </a:r>
          </a:p>
          <a:p>
            <a:pPr/>
            <a:r>
              <a:t>Date: 2026-01-06T20:14:01.927433</a:t>
            </a:r>
          </a:p>
          <a:p>
            <a:pPr/>
            <a:r>
              <a:t>Initial Inquiry: Customer's issue : eSIM is not working to be utilized at Paris, France</a:t>
            </a:r>
          </a:p>
          <a:p>
            <a:pPr/>
            <a:r>
              <a:t>Customer Type: 까다로운 고객</a:t>
            </a:r>
          </a:p>
          <a:p>
            <a:pPr/>
            <a:r>
              <a:t>Main Inquiry: eSIM is not working in Paris, France</a:t>
            </a:r>
          </a:p>
          <a:p>
            <a:pPr/>
            <a:r>
              <a:t>Customer Sentiment Score: 85/100</a:t>
            </a:r>
          </a:p>
          <a:p>
            <a:pPr/>
            <a:r>
              <a:t>Customer Satisfaction Score: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