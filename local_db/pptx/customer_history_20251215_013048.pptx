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2025-12-15 01:30:48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session_e547fd4d-1073-4a26-bf86-7b80624f6a41</a:t>
            </a:r>
          </a:p>
          <a:p>
            <a:pPr/>
            <a:r>
              <a:t>날짜: 2025-12-15T01:30:48.568702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entry tickets and Express Pass differences and usage details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