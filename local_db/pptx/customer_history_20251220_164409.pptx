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2025-12-20 16:44:09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session_9f04bf34-e086-4687-80c1-971cdcc6cb2d</a:t>
            </a:r>
          </a:p>
          <a:p>
            <a:pPr/>
            <a:r>
              <a:t>날짜: 2025-12-20T16:44:09.455684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entrance and express pass tickets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