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2025-12-12 15:47:27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call_session_6ce76899-20f4-4cdc-85e1-a507ed54bb34</a:t>
            </a:r>
          </a:p>
          <a:p>
            <a:pPr/>
            <a:r>
              <a:t>날짜: 2025-12-12T15:47:26.875977</a:t>
            </a:r>
          </a:p>
          <a:p>
            <a:pPr/>
            <a:r>
              <a:t>초기 문의: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유형: 一般的な問い合わせ</a:t>
            </a:r>
          </a:p>
          <a:p>
            <a:pPr/>
            <a:r>
              <a:t>주요 문의: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