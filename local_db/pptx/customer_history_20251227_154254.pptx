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15:42:54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session_708e060b-24c1-477b-baba-510afd8c5fb7</a:t>
            </a:r>
          </a:p>
          <a:p>
            <a:pPr/>
            <a:r>
              <a:t>日付: 2025-12-27T15:42:54.483799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Customer inquired about the activation and use of a Malaysia eSIM in Johor Bahru and Singapore.</a:t>
            </a:r>
          </a:p>
          <a:p>
            <a:pPr/>
            <a:r>
              <a:t>顧客の感情スコア: 80/100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