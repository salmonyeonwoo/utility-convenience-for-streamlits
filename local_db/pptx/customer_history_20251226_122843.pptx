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12:28:43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session_6040b524-0dd8-44d8-b36e-9e2c4507e881</a:t>
            </a:r>
          </a:p>
          <a:p>
            <a:pPr/>
            <a:r>
              <a:t>날짜: 2025-12-26T12:28:43.013623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Right earbud of 'wireless earbuds' not producing sound</a:t>
            </a:r>
          </a:p>
          <a:p>
            <a:pPr/>
            <a:r>
              <a:t>고객 감정 점수: 90/100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