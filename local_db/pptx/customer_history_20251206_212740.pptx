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21:27:40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call_session_14eb130f-0267-4a43-ac25-ea9eea30ae2e</a:t>
            </a:r>
          </a:p>
          <a:p>
            <a:pPr/>
            <a:r>
              <a:t>날짜: 2025-12-06T21:27:40.326874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