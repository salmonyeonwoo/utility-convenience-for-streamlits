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14:44:03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call_session_c6f61433-880c-4f6a-aa4e-6c98da6e0d81</a:t>
            </a:r>
          </a:p>
          <a:p>
            <a:pPr/>
            <a:r>
              <a:t>날짜: 2025-12-05T14:44:03.151706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