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22:49:36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2025-12-24T22:49:36.621682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예약 방법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