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2025-12-14 16:31:03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call_session_d2976868-11ac-4e8d-865b-0bdcbac2c4c4</a:t>
            </a:r>
          </a:p>
          <a:p>
            <a:pPr/>
            <a:r>
              <a:t>날짜: 2025-12-14T16:31:01.386750</a:t>
            </a:r>
          </a:p>
          <a:p>
            <a:pPr/>
            <a:r>
              <a:t>초기 문의: </a:t>
            </a:r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성향: 일반적인 문의</a:t>
            </a:r>
          </a:p>
          <a:p>
            <a:pPr/>
            <a:r>
              <a:t>주요 문의: </a:t>
            </a:r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