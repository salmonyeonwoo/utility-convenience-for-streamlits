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2025-12-28 23:31:15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call_call_20251228192907</a:t>
            </a:r>
          </a:p>
          <a:p>
            <a:pPr/>
            <a:r>
              <a:t>날짜: 2025-12-28T23:31:15.338534</a:t>
            </a:r>
          </a:p>
          <a:p>
            <a:pPr/>
            <a:r>
              <a:t>초기 문의: 전화 통화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Purchase and usage information for Universal Studios Japan Express Pass and admission tickets</a:t>
            </a:r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