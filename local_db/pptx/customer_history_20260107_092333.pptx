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2026-01-07 09:23:33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session_9e0e228d-a3ae-4e6b-9e5c-a83d5f582839</a:t>
            </a:r>
          </a:p>
          <a:p>
            <a:pPr/>
            <a:r>
              <a:t>날짜: 2026-01-07T09:23:33.190032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issue in Japan</a:t>
            </a:r>
          </a:p>
          <a:p>
            <a:pPr/>
            <a:r>
              <a:t>고객 감정 점수: 60/100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