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13:47:55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2025-12-27T13:47:55.624774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and refund request for Shanghai Disneyland reservation due to health issues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