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00:57:41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session_cdaebb91-ba45-4cc0-9621-b6e9273a4145</a:t>
            </a:r>
          </a:p>
          <a:p>
            <a:pPr/>
            <a:r>
              <a:t>날짜: 2025-12-26T00:57:41.162806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Osaka Universal Studios Japan admission ticket and express pass details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