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고객 응대 이력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생성일: 2026-01-06 19:41:37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이력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call_88b9e47b-c3be-445a-8950-34a226b9289b</a:t>
            </a:r>
          </a:p>
          <a:p>
            <a:pPr/>
            <a:r>
              <a:t>날짜: 2026-01-06T19:41:37.457681</a:t>
            </a:r>
          </a:p>
          <a:p>
            <a:pPr/>
            <a:r>
              <a:t>초기 문의: 오사카 유니버셜 스튜디오 재팬 입장권 + 익스프레스 문의</a:t>
            </a:r>
          </a:p>
          <a:p>
            <a:pPr/>
            <a:r>
              <a:t>고객 성향: 까다로운 고객</a:t>
            </a:r>
          </a:p>
          <a:p>
            <a:pPr/>
            <a:r>
              <a:t>주요 문의: Osaka Universal Studios Japan tickets and express pass inquiry</a:t>
            </a:r>
          </a:p>
          <a:p>
            <a:pPr/>
            <a:r>
              <a:t>고객 감정 점수: 85/100</a:t>
            </a:r>
          </a:p>
          <a:p>
            <a:pPr/>
            <a:r>
              <a:t>고객 만족도 점수: 90/100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