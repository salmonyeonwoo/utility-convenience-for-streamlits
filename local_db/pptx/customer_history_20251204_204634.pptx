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20:46:34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call_session_7f3bc46a-d0f7-4b3e-870b-13c770e11f4f</a:t>
            </a:r>
          </a:p>
          <a:p>
            <a:pPr/>
            <a:r>
              <a:t>날짜: 2025-12-04T20:46:33.714459</a:t>
            </a:r>
          </a:p>
          <a:p>
            <a:pPr/>
            <a:r>
              <a:t>초기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