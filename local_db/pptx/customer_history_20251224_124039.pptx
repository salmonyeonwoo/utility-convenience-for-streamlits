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12:40:39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session_18886ce9-788a-44e7-b24b-1dc057cbb426</a:t>
            </a:r>
          </a:p>
          <a:p>
            <a:pPr/>
            <a:r>
              <a:t>날짜: 2025-12-24T12:40:38.821309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결제 과정에서 발생하는 오류로 인한 구매 문제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