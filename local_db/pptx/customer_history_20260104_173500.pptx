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2026-01-04 17:35:00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session_95084f7f-b25d-42e6-8754-367b02d06313</a:t>
            </a:r>
          </a:p>
          <a:p>
            <a:pPr/>
            <a:r>
              <a:t>日付: 2026-01-04T17:35:00.108144</a:t>
            </a:r>
          </a:p>
          <a:p>
            <a:pPr/>
            <a:r>
              <a:t>初期問い合わせ: 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パリーディズニーランドの予約とアトラクションについて</a:t>
            </a:r>
          </a:p>
          <a:p>
            <a:pPr/>
            <a:r>
              <a:t>顧客の感情スコア: 85/100</a:t>
            </a:r>
          </a:p>
          <a:p>
            <a:pPr/>
            <a:r>
              <a:t>顧客満足度スコア: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