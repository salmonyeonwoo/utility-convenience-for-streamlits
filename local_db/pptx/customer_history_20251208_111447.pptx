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2025-12-08 11:14:47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call_session_bb215aff-74b5-463f-850a-a7b3c5f7e9eb</a:t>
            </a:r>
          </a:p>
          <a:p>
            <a:pPr/>
            <a:r>
              <a:t>날짜: 2025-12-08T11:14:47.817875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一般的な問い合わせ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