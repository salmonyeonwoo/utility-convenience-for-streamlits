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2025-12-13 22:49:00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session_270c107f-732d-41dd-b26b-393a0b293a62</a:t>
            </a:r>
          </a:p>
          <a:p>
            <a:pPr/>
            <a:r>
              <a:t>날짜: 2025-12-13T22:48:59.977478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Method of using Universal Studios Japan entrance and express pass.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