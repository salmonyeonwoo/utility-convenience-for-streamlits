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2025-12-04 20:59:48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call_session_e5258158-9f5e-4fe7-8fd7-2e0527e8485c</a:t>
            </a:r>
          </a:p>
          <a:p>
            <a:pPr/>
            <a:r>
              <a:t>날짜: 2025-12-04T20:59:48.461316</a:t>
            </a:r>
          </a:p>
          <a:p>
            <a:pPr/>
            <a:r>
              <a:t>초기 문의: https://www.klook.com/activity/161040-5g-esim-france-orange-sfr/?spm=SearchResult.SearchResult_LIST&amp;clickId=7e5fe59fe0 </a:t>
            </a:r>
            <a:br/>
            <a:br/>
            <a:r>
              <a:t>お客様のお問い合わせの内容：パリーでeSIMのデーターの活性化の手続の中で、トラブルに向かっている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https://www.klook.com/activity/161040-5g-esim-france-orange-sfr/?spm=SearchResult.SearchResult_LIST&amp;clickId=7e5fe59fe0 </a:t>
            </a:r>
            <a:br/>
            <a:br/>
            <a:r>
              <a:t>お客様のお問い合わせの内容：パリーでeSIMのデーターの活性化の手続の中で、トラブルに向かっている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