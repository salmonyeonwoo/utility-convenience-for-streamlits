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2025-12-24 21:55:00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session_07fb51f8-b1cd-4b4e-8fcc-e932cf48ee9c</a:t>
            </a:r>
          </a:p>
          <a:p>
            <a:pPr/>
            <a:r>
              <a:t>날짜: 2025-12-24T21:55:00.788545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reservation and purchase of admission tickets and express passes for Universal Studios Japan via Klook.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