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16:25:11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2026-01-03T16:25:11.128100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파리 디즈니랜드 예약 및 QR 코드 생성 방법 문의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