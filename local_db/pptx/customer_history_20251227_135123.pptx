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2025-12-27 13:51:23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session_5b9f21d1-28f7-4398-bcd1-f66a9cee2588</a:t>
            </a:r>
          </a:p>
          <a:p>
            <a:pPr/>
            <a:r>
              <a:t>날짜: 2025-12-27T13:51:23.762865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Cancellation or refund request for Shanghai Disneyland due to health reasons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