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15:52:24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call_adcd54d1-9c03-4192-949a-8bd25a2219ca</a:t>
            </a:r>
          </a:p>
          <a:p>
            <a:pPr/>
            <a:r>
              <a:t>날짜: 2026-01-04T15:52:24.039720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entrance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