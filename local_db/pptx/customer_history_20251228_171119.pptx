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17:11:19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2025-12-28T17:11:19.255865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사용 가능한 역 구간 및 제한사항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