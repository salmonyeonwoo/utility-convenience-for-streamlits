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16:59:34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call_session_1f20d22d-e810-4b0c-b00d-dc0c06731987</a:t>
            </a:r>
          </a:p>
          <a:p>
            <a:pPr/>
            <a:r>
              <a:t>날짜: 2025-12-06T16:59:34.518670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