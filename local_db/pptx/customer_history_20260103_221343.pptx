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2026-01-03 22:13:43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session_cb6136b3-5341-489d-a547-f3595c2d38bb</a:t>
            </a:r>
          </a:p>
          <a:p>
            <a:pPr/>
            <a:r>
              <a:t>日付: 2026-01-03T22:13:43.611836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QR code usage and cancellation policy for Disneyland Paris tickets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