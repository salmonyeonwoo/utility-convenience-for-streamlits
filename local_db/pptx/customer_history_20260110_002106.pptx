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2026-01-10 00:21:07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call_call_20260110001418</a:t>
            </a:r>
          </a:p>
          <a:p>
            <a:pPr/>
            <a:r>
              <a:t>Date: 2026-01-10T00:21:06.871018</a:t>
            </a:r>
          </a:p>
          <a:p>
            <a:pPr/>
            <a:r>
              <a:t>Initial Inquiry: https://www.klook.com/ko/activity/1420-7-day-whole-japan-rail-pass-jr-pass/?spm=Activity.SearchSuggest_LIST&amp;clickId=c3031f6080 </a:t>
            </a:r>
            <a:br/>
            <a:br/>
            <a:r>
              <a:t>JR Pass inquiries - Validity period and available sections</a:t>
            </a:r>
          </a:p>
          <a:p>
            <a:pPr/>
            <a:r>
              <a:t>Customer Type: General Inquiry</a:t>
            </a:r>
          </a:p>
          <a:p>
            <a:pPr/>
            <a:r>
              <a:t>Main Inquiry: JR Pass validity period and available sections in Sapporo and Osaka</a:t>
            </a:r>
          </a:p>
          <a:p>
            <a:pPr/>
            <a:r>
              <a:t>Customer Sentiment Score: 80/100</a:t>
            </a:r>
          </a:p>
          <a:p>
            <a:pPr/>
            <a:r>
              <a:t>Customer Satisfaction Score: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