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2025-12-27 15:41:49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session_708e060b-24c1-477b-baba-510afd8c5fb7</a:t>
            </a:r>
          </a:p>
          <a:p>
            <a:pPr/>
            <a:r>
              <a:t>日付: 2025-12-27T15:41:49.239408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eSIM activation and usage in Malaysia and Singapore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