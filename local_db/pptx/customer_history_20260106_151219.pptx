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2026-01-06 15:12:19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session_9650fcb7-856f-441e-a21a-bb75dbf753bd</a:t>
            </a:r>
          </a:p>
          <a:p>
            <a:pPr/>
            <a:r>
              <a:t>日付: 2026-01-06T15:12:19.259344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eSIM not connecting in Korea</a:t>
            </a:r>
          </a:p>
          <a:p>
            <a:pPr/>
            <a:r>
              <a:t>顧客の感情スコア: 70/100</a:t>
            </a:r>
          </a:p>
          <a:p>
            <a:pPr/>
            <a:r>
              <a:t>顧客満足度スコア: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