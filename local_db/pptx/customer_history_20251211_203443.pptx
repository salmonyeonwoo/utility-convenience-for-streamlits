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2025-12-11 20:34:43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session_fc25f458-bf22-4a3b-9067-3c46ca2cbf91</a:t>
            </a:r>
          </a:p>
          <a:p>
            <a:pPr/>
            <a:r>
              <a:t>날짜: 2025-12-11T20:34:43.093128</a:t>
            </a:r>
          </a:p>
          <a:p>
            <a:pPr/>
            <a:r>
              <a:t>초기 문의: </a:t>
            </a:r>
          </a:p>
          <a:p>
            <a:pPr/>
            <a:r>
              <a:t>고객 유형: 까다로운 고객</a:t>
            </a:r>
          </a:p>
          <a:p>
            <a:pPr/>
            <a:r>
              <a:t>주요 문의: Inquiry about Louvre Museum ticket reservation confirmation number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