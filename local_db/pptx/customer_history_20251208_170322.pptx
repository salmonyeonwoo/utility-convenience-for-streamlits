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17:03:23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2025-12-08T17:03:21.790063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