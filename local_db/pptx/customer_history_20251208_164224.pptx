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2025-12-08 16:42:24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call_session_23b4fa99-1114-4a0f-b656-84a5548f8977</a:t>
            </a:r>
          </a:p>
          <a:p>
            <a:pPr/>
            <a:r>
              <a:t>날짜: 2025-12-08T16:42:24.152027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일반적인 문의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