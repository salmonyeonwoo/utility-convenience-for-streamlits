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2025-12-14 16:19:03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session_e3236395-4981-46c4-aa78-271d235e30d2</a:t>
            </a:r>
          </a:p>
          <a:p>
            <a:pPr/>
            <a:r>
              <a:t>날짜: 2025-12-14T16:19:03.525504</a:t>
            </a:r>
          </a:p>
          <a:p>
            <a:pPr/>
            <a:r>
              <a:t>초기 문의: </a:t>
            </a:r>
          </a:p>
          <a:p>
            <a:pPr/>
            <a:r>
              <a:t>고객 성향: 일반적인 문의</a:t>
            </a:r>
          </a:p>
          <a:p>
            <a:pPr/>
            <a:r>
              <a:t>주요 문의: Request for activation of a French eSIM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