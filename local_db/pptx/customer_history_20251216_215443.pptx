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2025-12-16 21:54:43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call_session_66240c26-9b73-4482-93b1-bcc15ea33936</a:t>
            </a:r>
          </a:p>
          <a:p>
            <a:pPr/>
            <a:r>
              <a:t>날짜: 2025-12-16T21:54:42.650275</a:t>
            </a:r>
          </a:p>
          <a:p>
            <a:pPr/>
            <a:r>
              <a:t>초기 문의: 오사카 유니버셜 스튜디오 재팬 입장권 + 익스프레스 문의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 + 익스프레스 문의 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