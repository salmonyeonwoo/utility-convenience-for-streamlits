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Interaction History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Date: 2026-01-06 19:55:43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call_ce2fd6c0-b3d9-4517-8d76-2db38e5d7d68</a:t>
            </a:r>
          </a:p>
          <a:p>
            <a:pPr/>
            <a:r>
              <a:t>Date: 2026-01-06T19:55:42.786723</a:t>
            </a:r>
          </a:p>
          <a:p>
            <a:pPr/>
            <a:r>
              <a:t>Initial Inquiry: JR Pass inquiries - Validity period and available sections</a:t>
            </a:r>
          </a:p>
          <a:p>
            <a:pPr/>
            <a:r>
              <a:t>Customer Type: 까다로운 고객</a:t>
            </a:r>
          </a:p>
          <a:p>
            <a:pPr/>
            <a:r>
              <a:t>Main Inquiry: JR Pass inquiries - Validity period and available sections</a:t>
            </a:r>
          </a:p>
          <a:p>
            <a:pPr/>
            <a:r>
              <a:t>Customer Sentiment Score: 85/100</a:t>
            </a:r>
          </a:p>
          <a:p>
            <a:pPr/>
            <a:r>
              <a:t>Customer Satisfaction Score: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