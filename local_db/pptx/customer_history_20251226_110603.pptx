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2025-12-26 11:06:03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call_1c9c85b6-c73e-4e3c-8275-8b5986f5dcef</a:t>
            </a:r>
          </a:p>
          <a:p>
            <a:pPr/>
            <a:r>
              <a:t>날짜: 2025-12-26T11:06:03.664635</a:t>
            </a:r>
          </a:p>
          <a:p>
            <a:pPr/>
            <a:r>
              <a:t>초기 문의: 오사카 유니버셜 스튜디오 재팬 입장권 + 익스프레스 문의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오사카 유니버셜 스튜디오 재팬 입장권 및 익스프레스 패스 결제 오류 문제</a:t>
            </a:r>
          </a:p>
          <a:p>
            <a:pPr/>
            <a:r>
              <a:t>고객 감정 점수: 80/100</a:t>
            </a:r>
          </a:p>
          <a:p>
            <a:pPr/>
            <a:r>
              <a:t>고객 만족도 점수: 85/100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