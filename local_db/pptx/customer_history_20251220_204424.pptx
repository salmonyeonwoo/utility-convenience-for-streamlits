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20:44:24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call_session_913fdf83-ae65-4254-a794-3015ed43d351</a:t>
            </a:r>
          </a:p>
          <a:p>
            <a:pPr/>
            <a:r>
              <a:t>日付: 2025-12-20T20:44:24.609571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