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2025-12-12 14:34:00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session_379eb26a-1fca-452b-b93c-e430d6a5d963</a:t>
            </a:r>
          </a:p>
          <a:p>
            <a:pPr/>
            <a:r>
              <a:t>날짜: 2025-12-12T14:33:59.722114</a:t>
            </a:r>
          </a:p>
          <a:p>
            <a:pPr/>
            <a:r>
              <a:t>초기 문의: </a:t>
            </a:r>
          </a:p>
          <a:p>
            <a:pPr/>
            <a:r>
              <a:t>고객 유형: 까다로운 고객</a:t>
            </a:r>
          </a:p>
          <a:p>
            <a:pPr/>
            <a:r>
              <a:t>주요 문의: Updating destination and flight information for airport transfer booking.</a:t>
            </a:r>
          </a:p>
          <a:p>
            <a:pPr/>
            <a:r>
              <a:t>고객 감정 점수: 85/100</a:t>
            </a:r>
          </a:p>
          <a:p>
            <a:pPr/>
            <a:r>
              <a:t>고객 만족도 점수: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