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15:38:59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session_326c1051-e7c9-40eb-b115-2de9107f0857</a:t>
            </a:r>
          </a:p>
          <a:p>
            <a:pPr/>
            <a:r>
              <a:t>날짜: 2026-01-03T15:38:59.716114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France, Paris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