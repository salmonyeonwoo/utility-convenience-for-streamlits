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2025-12-14 00:25:55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session_270c107f-732d-41dd-b26b-393a0b293a62</a:t>
            </a:r>
          </a:p>
          <a:p>
            <a:pPr/>
            <a:r>
              <a:t>날짜: 2025-12-14T00:25:54.595944</a:t>
            </a:r>
          </a:p>
          <a:p>
            <a:pPr/>
            <a:r>
              <a:t>초기 문의: </a:t>
            </a:r>
          </a:p>
          <a:p>
            <a:pPr/>
            <a:r>
              <a:t>고객 성향: 일반적인 문의</a:t>
            </a:r>
          </a:p>
          <a:p>
            <a:pPr/>
            <a:r>
              <a:t>주요 문의: Osaka Universal Studios Japan entry tickets and Express Pass usage instructions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