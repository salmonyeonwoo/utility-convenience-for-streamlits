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15:14:57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session_3f58277b-232d-4e3e-b2c4-4817ed4973ce</a:t>
            </a:r>
          </a:p>
          <a:p>
            <a:pPr/>
            <a:r>
              <a:t>날짜: 2025-12-23T15:14:57.405021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Universal Studios Japan Express Pass usage and reservation changes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