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2025-12-19 10:30:42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session_d5ac64ea-a97a-49ef-80b0-94a877cb4b91</a:t>
            </a:r>
          </a:p>
          <a:p>
            <a:pPr/>
            <a:r>
              <a:t>Date: 2025-12-19T10:30:42.374123</a:t>
            </a:r>
          </a:p>
          <a:p>
            <a:pPr/>
            <a:r>
              <a:t>Initial Inquiry: </a:t>
            </a:r>
          </a:p>
          <a:p>
            <a:pPr/>
            <a:r>
              <a:t>Customer Type: 까다로운 고객</a:t>
            </a:r>
          </a:p>
          <a:p>
            <a:pPr/>
            <a:r>
              <a:t>Main Inquiry: Customer inquired about the Universal Studios Japan Express Pass options and details for specific rides like Harry Potter and the Forbidden Journey.</a:t>
            </a:r>
          </a:p>
          <a:p>
            <a:pPr/>
            <a:r>
              <a:t>Customer Sentiment Score: 85/100</a:t>
            </a:r>
          </a:p>
          <a:p>
            <a:pPr/>
            <a:r>
              <a:t>Customer Satisfaction Score: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