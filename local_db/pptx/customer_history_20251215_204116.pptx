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2025-12-15 20:41:16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session_26825de3-87db-4790-a732-c8ab9f34b166</a:t>
            </a:r>
          </a:p>
          <a:p>
            <a:pPr/>
            <a:r>
              <a:t>日付: 2025-12-15T20:41:16.555182</a:t>
            </a:r>
          </a:p>
          <a:p>
            <a:pPr/>
            <a:r>
              <a:t>初期問い合わせ: </a:t>
            </a:r>
          </a:p>
          <a:p>
            <a:pPr/>
            <a:r>
              <a:t>顧客タイプ: 일반적인 문의</a:t>
            </a:r>
          </a:p>
          <a:p>
            <a:pPr/>
            <a:r>
              <a:t>主な問い合わせ: Inquiry about purchasing and using Universal Studios Japan entry and express tickets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