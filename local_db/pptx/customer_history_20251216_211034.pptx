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2025-12-16 21:10:34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call_session_57bf220f-32a7-46c2-961d-cf8a05fc7d3f</a:t>
            </a:r>
          </a:p>
          <a:p>
            <a:pPr/>
            <a:r>
              <a:t>날짜: 2025-12-16T21:10:34.623902</a:t>
            </a:r>
          </a:p>
          <a:p>
            <a:pPr/>
            <a:r>
              <a:t>초기 문의: 오사카 유니버셜 스튜디오 재팬 입장권 + 익스프레스 문의 </a:t>
            </a:r>
            <a:br/>
          </a:p>
          <a:p>
            <a:pPr/>
            <a:r>
              <a:t>고객 성향: 까다로운 고객</a:t>
            </a:r>
          </a:p>
          <a:p>
            <a:pPr/>
            <a:r>
              <a:t>주요 문의: 오사카 유니버셜 스튜디오 재팬 입장권 + 익스프레스 문의 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