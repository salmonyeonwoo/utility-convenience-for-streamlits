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2026-01-09 23:24:44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session_9d899122-ef05-4c87-a1f8-58b4bbd34c87</a:t>
            </a:r>
          </a:p>
          <a:p>
            <a:pPr/>
            <a:r>
              <a:t>날짜: 2026-01-09T23:24:44.030408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유효기한, 이용 가능한 역 구간, 취소 및 환불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