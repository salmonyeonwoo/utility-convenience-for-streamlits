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21:43:22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call_session_e9b03b02-2c05-4e08-9e04-8be57b2d61f1</a:t>
            </a:r>
          </a:p>
          <a:p>
            <a:pPr/>
            <a:r>
              <a:t>날짜: 2025-12-06T21:43:21.575764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