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15:39:13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session_0b237f32-24b1-4116-a0b3-8fefac7706aa</a:t>
            </a:r>
          </a:p>
          <a:p>
            <a:pPr/>
            <a:r>
              <a:t>날짜: 2025-12-26T15:39:13.239916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