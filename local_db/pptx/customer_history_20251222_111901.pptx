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2025-12-22 11:19:01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session_549a4ac9-e2af-45c3-a97b-c9754cd5ecc4</a:t>
            </a:r>
          </a:p>
          <a:p>
            <a:pPr/>
            <a:r>
              <a:t>날짜: 2025-12-22T11:19:01.633766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Purchase options and discounts for Universal Studios Japan tickets and express pass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