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22:11:43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call_session_4a528c95-ba32-4c37-9488-bdf7c0c0029f</a:t>
            </a:r>
          </a:p>
          <a:p>
            <a:pPr/>
            <a:r>
              <a:t>날짜: 2025-12-06T22:11:42.047965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