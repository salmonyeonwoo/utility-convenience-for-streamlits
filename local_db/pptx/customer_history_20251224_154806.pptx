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15:48:06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2025-12-24T15:48:06.401596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トラブル in activating eSIM data plan while in Paris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