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22:59:57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session_7a9c6059-87f8-41c4-baae-186d4b913674</a:t>
            </a:r>
          </a:p>
          <a:p>
            <a:pPr/>
            <a:r>
              <a:t>날짜: 2026-01-04T22:59:56.860390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Inquiry about Taiwan tour discounts and coupon issues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