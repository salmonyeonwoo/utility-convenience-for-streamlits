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12:11:33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2025-12-24T12:11:33.106321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on purchasing entry ticket and express pass for Universal Studios Japan, experiencing payment issues.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