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00:29:21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call_call_20251229002242</a:t>
            </a:r>
          </a:p>
          <a:p>
            <a:pPr/>
            <a:r>
              <a:t>日付: 2025-12-29T00:29:21.802802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Eurostar travel from London to Paris including seat changes and benefits in Paris.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