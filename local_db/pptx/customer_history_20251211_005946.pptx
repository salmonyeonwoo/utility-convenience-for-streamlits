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00:59:46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session_34200ae0-efaf-4070-90c4-38c6eea793c9</a:t>
            </a:r>
          </a:p>
          <a:p>
            <a:pPr/>
            <a:r>
              <a:t>날짜: 2025-12-11T00:59:46.070695</a:t>
            </a:r>
          </a:p>
          <a:p>
            <a:pPr/>
            <a:r>
              <a:t>초기 문의: </a:t>
            </a:r>
          </a:p>
          <a:p>
            <a:pPr/>
            <a:r>
              <a:t>고객 유형: General Inquiry</a:t>
            </a:r>
          </a:p>
          <a:p>
            <a:pPr/>
            <a:r>
              <a:t>주요 문의: Validity period and available sections of JR Pass, upgrading to Green Car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