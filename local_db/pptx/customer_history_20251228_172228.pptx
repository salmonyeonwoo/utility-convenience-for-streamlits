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17:22:28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2025-12-28T17:22:27.970667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usability and stations in Tokyo and Osaka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