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15:16:50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session_c6b79d4f-6d78-41e5-983f-f3f3aa004ed9</a:t>
            </a:r>
          </a:p>
          <a:p>
            <a:pPr/>
            <a:r>
              <a:t>날짜: 2025-12-26T15:16:49.645287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and usage of Universal Studios Japan entry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