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2025-12-23 16:47:07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session_a7a05b79-3d47-48bb-bdbc-3a3db31497e3</a:t>
            </a:r>
          </a:p>
          <a:p>
            <a:pPr/>
            <a:r>
              <a:t>날짜: 2025-12-23T16:47:06.643995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Issue with the activation of purchased eSIMs for Japan trip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80/100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