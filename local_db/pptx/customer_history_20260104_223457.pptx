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2026-01-04 22:34:57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session_9500b548-2eb3-493d-93b7-ebe4d8b06dd2</a:t>
            </a:r>
          </a:p>
          <a:p>
            <a:pPr/>
            <a:r>
              <a:t>날짜: 2026-01-04T22:34:57.425452</a:t>
            </a:r>
          </a:p>
          <a:p>
            <a:pPr/>
            <a:r>
              <a:t>초기 문의: </a:t>
            </a:r>
          </a:p>
          <a:p>
            <a:pPr/>
            <a:r>
              <a:t>고객 성향: 일반적인 문의</a:t>
            </a:r>
          </a:p>
          <a:p>
            <a:pPr/>
            <a:r>
              <a:t>주요 문의: Request to change airport pickup destination at Singapore Changi Airport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