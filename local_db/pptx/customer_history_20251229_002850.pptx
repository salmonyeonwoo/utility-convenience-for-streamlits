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顧客対応履歴要約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作成日: 2025-12-29 00:28:50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履歴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call_call_20251229002242</a:t>
            </a:r>
          </a:p>
          <a:p>
            <a:pPr/>
            <a:r>
              <a:t>日付: 2025-12-29T00:28:50.368305</a:t>
            </a:r>
          </a:p>
          <a:p>
            <a:pPr/>
            <a:r>
              <a:t>初期問い合わせ: 전화 통화</a:t>
            </a:r>
          </a:p>
          <a:p>
            <a:pPr/>
            <a:r>
              <a:t>顧客タイプ: 까다로운 고객</a:t>
            </a:r>
          </a:p>
          <a:p>
            <a:pPr/>
            <a:r>
              <a:t>主な問い合わせ: Eurostar seat reservation and travel benefits in Paris</a:t>
            </a:r>
          </a:p>
          <a:p>
            <a:pPr/>
            <a:r>
              <a:t>顧客の感情スコア: 50/100</a:t>
            </a:r>
          </a:p>
          <a:p>
            <a:pPr/>
            <a:r>
              <a:t>顧客満足度スコア: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