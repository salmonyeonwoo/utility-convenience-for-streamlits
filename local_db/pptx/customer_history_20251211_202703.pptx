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20:27:03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session_fc25f458-bf22-4a3b-9067-3c46ca2cbf91</a:t>
            </a:r>
          </a:p>
          <a:p>
            <a:pPr/>
            <a:r>
              <a:t>날짜: 2025-12-11T20:27:03.274865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Inquiry about receiving booking confirmation number for Louvre Museum tickets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