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20:54:59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call_session_c59d3ee2-7a7a-4273-aa3a-65eb4fdcca04</a:t>
            </a:r>
          </a:p>
          <a:p>
            <a:pPr/>
            <a:r>
              <a:t>날짜: 2025-12-04T20:54:59.228920</a:t>
            </a:r>
          </a:p>
          <a:p>
            <a:pPr/>
            <a:r>
              <a:t>초기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