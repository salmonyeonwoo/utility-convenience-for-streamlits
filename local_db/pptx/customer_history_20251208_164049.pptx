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2025-12-08 16:40:49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call_session_23b4fa99-1114-4a0f-b656-84a5548f8977</a:t>
            </a:r>
          </a:p>
          <a:p>
            <a:pPr/>
            <a:r>
              <a:t>날짜: 2025-12-08T16:40:49.055930</a:t>
            </a:r>
          </a:p>
          <a:p>
            <a:pPr/>
            <a:r>
              <a:t>초기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유형: 일반적인 문의</a:t>
            </a:r>
          </a:p>
          <a:p>
            <a:pPr/>
            <a:r>
              <a:t>주요 문의: 고객님께서 자녀 분과의 동반 계획 부분으로 인해, 자녀 분의 입장료는 얼마 지불해야 하냐고 문의해 주셨습니다.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