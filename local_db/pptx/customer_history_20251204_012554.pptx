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01:25:54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call_session_478c634f-6df4-4d0f-8456-bfa5439b6b15</a:t>
            </a:r>
          </a:p>
          <a:p>
            <a:pPr/>
            <a:r>
              <a:t>날짜: 2025-12-04T01:25:52.293249</a:t>
            </a:r>
          </a:p>
          <a:p>
            <a:pPr/>
            <a:r>
              <a:t>초기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