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2025-12-11 17:33:37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session_e4b31167-daed-43cf-8a8c-aa77dd198fa0</a:t>
            </a:r>
          </a:p>
          <a:p>
            <a:pPr/>
            <a:r>
              <a:t>날짜: 2025-12-11T17:33:37.298521</a:t>
            </a:r>
          </a:p>
          <a:p>
            <a:pPr/>
            <a:r>
              <a:t>초기 문의: </a:t>
            </a:r>
          </a:p>
          <a:p>
            <a:pPr/>
            <a:r>
              <a:t>고객 유형: 까다로운 고객</a:t>
            </a:r>
          </a:p>
          <a:p>
            <a:pPr/>
            <a:r>
              <a:t>주요 문의: 문의에 언급된 오사카 유니버셜 스튜디오 입장권과 익스프레스 패스 사용 방법</a:t>
            </a:r>
          </a:p>
          <a:p>
            <a:pPr/>
            <a:r>
              <a:t>고객 감정 점수: 80/100</a:t>
            </a:r>
          </a:p>
          <a:p>
            <a:pPr/>
            <a:r>
              <a:t>고객 만족도 점수: 85/100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