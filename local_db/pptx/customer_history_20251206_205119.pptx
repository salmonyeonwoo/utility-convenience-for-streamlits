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2025-12-06 20:51:20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call_session_8de885a5-c98f-4246-ad0a-77f99a5fddf1</a:t>
            </a:r>
          </a:p>
          <a:p>
            <a:pPr/>
            <a:r>
              <a:t>날짜: 2025-12-06T20:51:19.652710</a:t>
            </a:r>
          </a:p>
          <a:p>
            <a:pPr/>
            <a:r>
              <a:t>초기 문의: JR 패스 문의 </a:t>
            </a:r>
            <a:br/>
            <a:br/>
            <a:r>
              <a:t>유효기한 및 이용 가능한 역 구간들</a:t>
            </a:r>
            <a:br/>
            <a:r>
              <a:t>취소 및 환불 문의</a:t>
            </a:r>
            <a:br/>
            <a:r>
              <a:t>기타</a:t>
            </a:r>
            <a:br/>
          </a:p>
          <a:p>
            <a:pPr/>
            <a:r>
              <a:t>고객 유형: 까다로운 고객</a:t>
            </a:r>
          </a:p>
          <a:p>
            <a:pPr/>
            <a:r>
              <a:t>주요 문의: JR 패스 문의 </a:t>
            </a:r>
            <a:br/>
            <a:br/>
            <a:r>
              <a:t>유효기한 및 이용 가능한 역 구간들</a:t>
            </a:r>
            <a:br/>
            <a:r>
              <a:t>취소 및 환불 문의</a:t>
            </a:r>
            <a:br/>
            <a:r>
              <a:t>기타</a:t>
            </a:r>
            <a:br/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