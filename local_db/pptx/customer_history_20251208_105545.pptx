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2025-12-08 10:55:45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call_session_bd8893f7-7eb7-492a-8d6e-d16b3d846175</a:t>
            </a:r>
          </a:p>
          <a:p>
            <a:pPr/>
            <a:r>
              <a:t>날짜: 2025-12-08T10:55:45.242541</a:t>
            </a:r>
          </a:p>
          <a:p>
            <a:pPr/>
            <a:r>
              <a:t>초기 문의: https://www.klook.com/ko/activity/1420-7-day-whole-japan-rail-pass-jr-pass/?spm=Activity.SearchSuggest_LIST&amp;clickId=c3031f6080</a:t>
            </a:r>
            <a:br/>
            <a:br/>
            <a:r>
              <a:t>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유형: General Inquiry</a:t>
            </a:r>
          </a:p>
          <a:p>
            <a:pPr/>
            <a:r>
              <a:t>주요 문의: https://www.klook.com/ko/activity/1420-7-day-whole-japan-rail-pass-jr-pass/?spm=Activity.SearchSuggest_LIST&amp;clickId=c3031f6080</a:t>
            </a:r>
            <a:br/>
            <a:br/>
            <a:r>
              <a:t>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