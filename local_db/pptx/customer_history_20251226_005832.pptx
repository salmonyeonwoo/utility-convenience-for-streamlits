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00:58:32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session_cdaebb91-ba45-4cc0-9621-b6e9273a4145</a:t>
            </a:r>
          </a:p>
          <a:p>
            <a:pPr/>
            <a:r>
              <a:t>날짜: 2025-12-26T00:58:32.189710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admission tickets and Express Pass benefits, dates, and refund policy.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