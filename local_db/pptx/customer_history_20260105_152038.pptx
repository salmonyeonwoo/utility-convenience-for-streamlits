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2026-01-05 15:20:38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session_dfc0cae1-3831-4ca4-8c32-a5f41faca171</a:t>
            </a:r>
          </a:p>
          <a:p>
            <a:pPr/>
            <a:r>
              <a:t>날짜: 2026-01-05T15:20:38.848902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Missing QR code in Disneyland Resort Paris booking confirmation email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