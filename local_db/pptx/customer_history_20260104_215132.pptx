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21:51:32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session_ba2e3001-29f1-41c3-bb5e-29a4bb6080a4</a:t>
            </a:r>
          </a:p>
          <a:p>
            <a:pPr/>
            <a:r>
              <a:t>날짜: 2026-01-04T21:51:32.117219</a:t>
            </a:r>
          </a:p>
          <a:p>
            <a:pPr/>
            <a:r>
              <a:t>초기 문의: </a:t>
            </a:r>
          </a:p>
          <a:p>
            <a:pPr/>
            <a:r>
              <a:t>고객 성향: 一般的な問い合わせ</a:t>
            </a:r>
          </a:p>
          <a:p>
            <a:pPr/>
            <a:r>
              <a:t>주요 문의: ユーロースターの座席の変更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