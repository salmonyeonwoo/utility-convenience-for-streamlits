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00:58:05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call_session_401a2a9d-747b-4e5f-9972-775b1b8867b1</a:t>
            </a:r>
          </a:p>
          <a:p>
            <a:pPr/>
            <a:r>
              <a:t>날짜: 2025-12-05T00:58:04.816198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일반적인 문의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