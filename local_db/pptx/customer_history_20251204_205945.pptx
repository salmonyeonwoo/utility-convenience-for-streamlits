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20:59:45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call_session_e5258158-9f5e-4fe7-8fd7-2e0527e8485c</a:t>
            </a:r>
          </a:p>
          <a:p>
            <a:pPr/>
            <a:r>
              <a:t>날짜: 2025-12-04T20:59:45.562539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