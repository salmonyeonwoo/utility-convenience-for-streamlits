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10:10:21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session_ef1daca3-c6d8-419d-b8a0-3dc3c57da07f</a:t>
            </a:r>
          </a:p>
          <a:p>
            <a:pPr/>
            <a:r>
              <a:t>날짜: 2025-12-26T10:10:20.987228</a:t>
            </a:r>
          </a:p>
          <a:p>
            <a:pPr/>
            <a:r>
              <a:t>초기 문의: </a:t>
            </a:r>
          </a:p>
          <a:p>
            <a:pPr/>
            <a:r>
              <a:t>고객 성향: 일반</a:t>
            </a:r>
          </a:p>
          <a:p>
            <a:pPr/>
            <a:r>
              <a:t>주요 문의: Help with using a customer information file (dashboard_stats.json)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