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2026-01-09 06:56:26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session_a738e380-111f-4671-b635-9b66457b90ef</a:t>
            </a:r>
          </a:p>
          <a:p>
            <a:pPr/>
            <a:r>
              <a:t>Date: 2026-01-09T06:56:26.075383</a:t>
            </a:r>
          </a:p>
          <a:p>
            <a:pPr/>
            <a:r>
              <a:t>Initial Inquiry: </a:t>
            </a:r>
          </a:p>
          <a:p>
            <a:pPr/>
            <a:r>
              <a:t>Customer Type: 일반적인 문의</a:t>
            </a:r>
          </a:p>
          <a:p>
            <a:pPr/>
            <a:r>
              <a:t>Main Inquiry: Complaints about room conditions and service at ABC Resort</a:t>
            </a:r>
          </a:p>
          <a:p>
            <a:pPr/>
            <a:r>
              <a:t>Customer Sentiment Score: 40/100</a:t>
            </a:r>
          </a:p>
          <a:p>
            <a:pPr/>
            <a:r>
              <a:t>Customer Satisfaction Score: 60/100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