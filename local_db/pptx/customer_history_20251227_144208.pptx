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顧客対応履歴要約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作成日: 2025-12-27 14:42:08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履歴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session_f9ebef8b-f8d0-470a-912e-448f3026cd71</a:t>
            </a:r>
          </a:p>
          <a:p>
            <a:pPr/>
            <a:r>
              <a:t>日付: 2025-12-27T14:42:08.701095</a:t>
            </a:r>
          </a:p>
          <a:p>
            <a:pPr/>
            <a:r>
              <a:t>初期問い合わせ: </a:t>
            </a:r>
          </a:p>
          <a:p>
            <a:pPr/>
            <a:r>
              <a:t>顧客タイプ: 一般的な問い合わせ</a:t>
            </a:r>
          </a:p>
          <a:p>
            <a:pPr/>
            <a:r>
              <a:t>主な問い合わせ: Cancelation or modification of Shanghai Disneyland ticket due to unavoidable circumstances and passport information change</a:t>
            </a:r>
          </a:p>
          <a:p>
            <a:pPr/>
            <a:r>
              <a:t>顧客の感情スコア: 85/100</a:t>
            </a:r>
          </a:p>
          <a:p>
            <a:pPr/>
            <a:r>
              <a:t>顧客満足度スコア: 85/100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