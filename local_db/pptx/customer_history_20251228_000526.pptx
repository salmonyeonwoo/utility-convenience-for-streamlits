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00:05:26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call_c28b1e5e-f4c3-479d-b42b-e32b3bb33064</a:t>
            </a:r>
          </a:p>
          <a:p>
            <a:pPr/>
            <a:r>
              <a:t>날짜: 2025-12-28T00:05:26.432395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패스의 유효기한, 이용 가능한 역 구간, 취소 및 환불 문의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