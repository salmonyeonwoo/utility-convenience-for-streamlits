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16:12:44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call_session_c3cf24ca-2745-4803-885a-39be4a0c1251</a:t>
            </a:r>
          </a:p>
          <a:p>
            <a:pPr/>
            <a:r>
              <a:t>날짜: 2025-12-09T16:12:44.648338</a:t>
            </a:r>
          </a:p>
          <a:p>
            <a:pPr/>
            <a:r>
              <a:t>초기 문의: Customer's purchased date : 11th, Nov., 2025 Expiry dates : Up to 10th, May, 2026</a:t>
            </a:r>
            <a:br/>
            <a:r>
              <a:t>Customer requested us to cancel the ticket due to amendment of plans. (Cancellation is not allowed, but this product is valid up to 10th, May, 2026)</a:t>
            </a:r>
            <a:br/>
            <a:r>
              <a:t>Customer was surprised because customer got the notification emails for utilized status after purchase was completed, even not utilized on site yet.</a:t>
            </a:r>
            <a:br/>
          </a:p>
          <a:p>
            <a:pPr/>
            <a:r>
              <a:t>고객 유형: General Inquiry</a:t>
            </a:r>
          </a:p>
          <a:p>
            <a:pPr/>
            <a:r>
              <a:t>주요 문의: Customer's purchased date : 11th, Nov., 2025 Expiry dates : Up to 10th, May, 2026</a:t>
            </a:r>
            <a:br/>
            <a:r>
              <a:t>Customer requested us to cancel the ticket due to amendment of plans. (Cancellation is not allowed, but this product is valid up to 10th, May, 2026)</a:t>
            </a:r>
            <a:br/>
            <a:r>
              <a:t>Customer was surprised because customer got the notification emails for utilized status after purchase was completed, even not utilized on site yet.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