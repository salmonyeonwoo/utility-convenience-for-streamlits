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2026-01-04 16:59:24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session_c8627b86-7a82-437d-a087-1492e671f73e</a:t>
            </a:r>
          </a:p>
          <a:p>
            <a:pPr/>
            <a:r>
              <a:t>날짜: 2026-01-04T16:59:24.412933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Issue with Eurail Global Rail Pass activation before intended use</a:t>
            </a:r>
          </a:p>
          <a:p>
            <a:pPr/>
            <a:r>
              <a:t>고객 감정 점수: 70/100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