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21:36:20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call_c03a3578-b4f0-4c72-be03-a2160c863393</a:t>
            </a:r>
          </a:p>
          <a:p>
            <a:pPr/>
            <a:r>
              <a:t>날짜: 2025-12-24T21:36:20.582957</a:t>
            </a:r>
          </a:p>
          <a:p>
            <a:pPr/>
            <a:r>
              <a:t>초기 문의: https://www.klook.com/ko/activity/3407-universal-studios-japan-express-pass-osaka/?spm=Activity.Good_to_know.Link&amp;clickId=6178885762</a:t>
            </a:r>
            <a:br/>
            <a:br/>
            <a:br/>
            <a:r>
              <a:t>https://www.klook.com/ko/activity/46604-universal-studios-japan-e-ticket-osaka-qr-code-direct-entry/?spm=Activity.SearchSuggest_LIST&amp;clickId=3cf3a8b9e1</a:t>
            </a:r>
            <a:br/>
            <a:r>
              <a:t>오사카 유니버셜 스튜디오 재팬 입장권 + 익스프레스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booking Universal Studios Japan entrance and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