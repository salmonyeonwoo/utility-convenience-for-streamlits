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19:51:52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日付: 2025-12-28T19:51:49.495741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Purchase and use of Universal Studios Japan Express Pass and admission ticket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