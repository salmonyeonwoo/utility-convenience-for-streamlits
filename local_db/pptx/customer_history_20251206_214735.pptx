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21:47:35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call_session_4a528c95-ba32-4c37-9488-bdf7c0c0029f</a:t>
            </a:r>
          </a:p>
          <a:p>
            <a:pPr/>
            <a:r>
              <a:t>날짜: 2025-12-06T21:47:34.917734</a:t>
            </a:r>
          </a:p>
          <a:p>
            <a:pPr/>
            <a:r>
              <a:t>초기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유형: 까다로운 고객</a:t>
            </a:r>
          </a:p>
          <a:p>
            <a:pPr/>
            <a:r>
              <a:t>주요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