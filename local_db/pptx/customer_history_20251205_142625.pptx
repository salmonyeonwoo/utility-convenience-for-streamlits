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2025-12-05 14:26:25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call_session_40f06338-cf06-44c3-82f1-be664a4c3f1a</a:t>
            </a:r>
          </a:p>
          <a:p>
            <a:pPr/>
            <a:r>
              <a:t>날짜: 2025-12-05T14:26:25.450529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