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21:53:59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call_session_d03db9ea-7be5-4935-b2ba-b98f90e7fc74</a:t>
            </a:r>
          </a:p>
          <a:p>
            <a:pPr/>
            <a:r>
              <a:t>날짜: 2025-12-04T21:53:59.552412</a:t>
            </a:r>
          </a:p>
          <a:p>
            <a:pPr/>
            <a:r>
              <a:t>초기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유형: 一般的な問い合わせ</a:t>
            </a:r>
          </a:p>
          <a:p>
            <a:pPr/>
            <a:r>
              <a:t>주요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