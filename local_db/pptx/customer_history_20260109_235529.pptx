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Interaction History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Date: 2026-01-09 23:55:29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session_7b6f252b-eedb-4f9e-963d-762e7e4dbc36</a:t>
            </a:r>
          </a:p>
          <a:p>
            <a:pPr/>
            <a:r>
              <a:t>Date: 2026-01-09T23:55:29.327908</a:t>
            </a:r>
          </a:p>
          <a:p>
            <a:pPr/>
            <a:r>
              <a:t>Initial Inquiry: </a:t>
            </a:r>
          </a:p>
          <a:p>
            <a:pPr/>
            <a:r>
              <a:t>Customer Type: General Inquiry</a:t>
            </a:r>
          </a:p>
          <a:p>
            <a:pPr/>
            <a:r>
              <a:t>Main Inquiry: Updating destination details for airport transfer booking</a:t>
            </a:r>
          </a:p>
          <a:p>
            <a:pPr/>
            <a:r>
              <a:t>Customer Sentiment Score: 70/100</a:t>
            </a:r>
          </a:p>
          <a:p>
            <a:pPr/>
            <a:r>
              <a:t>Customer Satisfaction Score: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