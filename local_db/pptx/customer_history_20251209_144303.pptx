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14:43:03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call_session_1bf263d2-1124-4034-8447-6f6e12b911b2</a:t>
            </a:r>
          </a:p>
          <a:p>
            <a:pPr/>
            <a:r>
              <a:t>날짜: 2025-12-09T14:43:03.377031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