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00:10:42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call_session_0509fed2-83c6-480f-8c8a-88f09a2c94df</a:t>
            </a:r>
          </a:p>
          <a:p>
            <a:pPr/>
            <a:r>
              <a:t>날짜: 2025-12-18T00:10:41.775307</a:t>
            </a:r>
          </a:p>
          <a:p>
            <a:pPr/>
            <a:r>
              <a:t>초기 문의: JR 패스 문의 (유효 가능한 역)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문의 (유효 가능한 역)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