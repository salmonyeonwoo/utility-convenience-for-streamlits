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2026-01-07 14:45:21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session_469fe225-c802-421d-9f3a-520772b91f7e</a:t>
            </a:r>
          </a:p>
          <a:p>
            <a:pPr/>
            <a:r>
              <a:t>日付: 2026-01-07T14:45:20.951344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ユーロスターの座席変更について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