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12:01:49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call_session_ac93e731-67af-448b-818e-b38ee202d22d</a:t>
            </a:r>
          </a:p>
          <a:p>
            <a:pPr/>
            <a:r>
              <a:t>날짜: 2025-12-05T12:01:48.747587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