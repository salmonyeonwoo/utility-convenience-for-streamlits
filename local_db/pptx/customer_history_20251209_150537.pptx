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15:05:37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call_session_e4dceaf4-33dc-47f8-877e-00ca27806fe9</a:t>
            </a:r>
          </a:p>
          <a:p>
            <a:pPr/>
            <a:r>
              <a:t>날짜: 2025-12-09T15:05:37.477538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