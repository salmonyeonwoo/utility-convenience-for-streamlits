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2026-01-09 05:49:35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session_b8c01079-4e86-4a38-974c-dce0871b7f68</a:t>
            </a:r>
          </a:p>
          <a:p>
            <a:pPr/>
            <a:r>
              <a:t>날짜: 2026-01-09T05:49:35.004569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for a refund and compensation due to poor hotel experience</a:t>
            </a:r>
          </a:p>
          <a:p>
            <a:pPr/>
            <a:r>
              <a:t>고객 감정 점수: 30/100</a:t>
            </a:r>
          </a:p>
          <a:p>
            <a:pPr/>
            <a:r>
              <a:t>고객 만족도 점수: 70/100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