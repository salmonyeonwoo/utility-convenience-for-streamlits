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2025-12-18 01:26:16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call_session_dff42f96-b169-4a02-8250-6d47f8ebfe11</a:t>
            </a:r>
          </a:p>
          <a:p>
            <a:pPr/>
            <a:r>
              <a:t>날짜: 2025-12-18T01:26:16.271487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성향: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