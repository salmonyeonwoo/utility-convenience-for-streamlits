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15:38:58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session_0b237f32-24b1-4116-a0b3-8fefac7706aa</a:t>
            </a:r>
          </a:p>
          <a:p>
            <a:pPr/>
            <a:r>
              <a:t>날짜: 2025-12-26T15:38:57.759713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Universal Studios Japan tickets and Express Pass inquiry</a:t>
            </a:r>
          </a:p>
          <a:p>
            <a:pPr/>
            <a:r>
              <a:t>고객 감정 점수: 75/100</a:t>
            </a:r>
          </a:p>
          <a:p>
            <a:pPr/>
            <a:r>
              <a:t>고객 만족도 점수: 80/100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