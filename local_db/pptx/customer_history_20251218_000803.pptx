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00:08:03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call_session_4b15e8df-34bc-4475-89ba-608c8c3f93ad</a:t>
            </a:r>
          </a:p>
          <a:p>
            <a:pPr/>
            <a:r>
              <a:t>날짜: 2025-12-18T00:08:03.436618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