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2026-01-10 00:13:25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session_c70082cd-2abf-43a4-8b4f-f64a8cb8d9e5</a:t>
            </a:r>
          </a:p>
          <a:p>
            <a:pPr/>
            <a:r>
              <a:t>Date: 2026-01-10T00:13:25.438052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JR Pass inquiries - Validity period and available sections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