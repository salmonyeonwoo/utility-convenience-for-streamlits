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12:13:10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session_18886ce9-788a-44e7-b24b-1dc057cbb426</a:t>
            </a:r>
          </a:p>
          <a:p>
            <a:pPr/>
            <a:r>
              <a:t>날짜: 2025-12-24T12:13:10.276704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Issues with completing the payment process for Universal Studios Japan ticket purchase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