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2026-01-07 14:17:43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session_3f96a993-631d-4b5b-8b01-dc40ccaeb5de</a:t>
            </a:r>
          </a:p>
          <a:p>
            <a:pPr/>
            <a:r>
              <a:t>日付: 2026-01-07T14:17:43.523064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eSIM connectivity issues in China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