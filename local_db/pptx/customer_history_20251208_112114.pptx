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11:21:14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call_session_d7171871-9993-4d73-9d77-80516cb18007</a:t>
            </a:r>
          </a:p>
          <a:p>
            <a:pPr/>
            <a:r>
              <a:t>날짜: 2025-12-08T11:21:14.629151</a:t>
            </a:r>
          </a:p>
          <a:p>
            <a:pPr/>
            <a:r>
              <a:t>초기 문의: 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