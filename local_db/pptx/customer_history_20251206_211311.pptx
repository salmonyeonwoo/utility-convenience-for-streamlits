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21:13:11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call_session_8de885a5-c98f-4246-ad0a-77f99a5fddf1</a:t>
            </a:r>
          </a:p>
          <a:p>
            <a:pPr/>
            <a:r>
              <a:t>날짜: 2025-12-06T21:13:10.822148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