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21:28:39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call_session_46713d8a-8daa-491a-89d5-f4aa2c01e7ff</a:t>
            </a:r>
          </a:p>
          <a:p>
            <a:pPr/>
            <a:r>
              <a:t>날짜: 2025-12-04T21:28:39.562248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