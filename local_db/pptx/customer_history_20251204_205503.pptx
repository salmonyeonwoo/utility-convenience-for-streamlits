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2025-12-04 20:55:03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call_session_c59d3ee2-7a7a-4273-aa3a-65eb4fdcca04</a:t>
            </a:r>
          </a:p>
          <a:p>
            <a:pPr/>
            <a:r>
              <a:t>날짜: 2025-12-04T20:55:02.835761</a:t>
            </a:r>
          </a:p>
          <a:p>
            <a:pPr/>
            <a:r>
              <a:t>초기 문의: https://www.klook.com/activity/161040-5g-esim-france-orange-sfr/?spm=SearchResult.SearchResult_LIST&amp;clickId=7e5fe59fe0 </a:t>
            </a:r>
            <a:br/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https://www.klook.com/activity/161040-5g-esim-france-orange-sfr/?spm=SearchResult.SearchResult_LIST&amp;clickId=7e5fe59fe0 </a:t>
            </a:r>
            <a:br/>
            <a:br/>
            <a:r>
              <a:t>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