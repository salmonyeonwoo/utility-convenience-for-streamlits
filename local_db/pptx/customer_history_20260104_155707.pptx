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2026-01-04 15:57:07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call_adcd54d1-9c03-4192-949a-8bd25a2219ca</a:t>
            </a:r>
          </a:p>
          <a:p>
            <a:pPr/>
            <a:r>
              <a:t>날짜: 2026-01-04T15:57:06.757960</a:t>
            </a:r>
          </a:p>
          <a:p>
            <a:pPr/>
            <a:r>
              <a:t>초기 문의: 오사카 유니버셜 스튜디오 재팬 입장권 + 익스프레스 문의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Inquiry about Universal Studios Japan tickets and express pass</a:t>
            </a:r>
          </a:p>
          <a:p>
            <a:pPr/>
            <a:r>
              <a:t>고객 감정 점수: 80/100</a:t>
            </a:r>
          </a:p>
          <a:p>
            <a:pPr/>
            <a:r>
              <a:t>고객 만족도 점수: 85/100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