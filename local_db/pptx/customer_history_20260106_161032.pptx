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2026-01-06 16:10:32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session_966f4de2-ff74-4c61-b51e-b836889befaa</a:t>
            </a:r>
          </a:p>
          <a:p>
            <a:pPr/>
            <a:r>
              <a:t>日付: 2026-01-06T16:10:32.761756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Korea Rail Pass date change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