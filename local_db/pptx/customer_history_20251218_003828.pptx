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00:38:28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call_session_b504f80d-9502-4362-84c9-d60370952b93</a:t>
            </a:r>
          </a:p>
          <a:p>
            <a:pPr/>
            <a:r>
              <a:t>날짜: 2025-12-18T00:38:27.482455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