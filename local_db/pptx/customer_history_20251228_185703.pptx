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18:57:03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call_call_20251228162808</a:t>
            </a:r>
          </a:p>
          <a:p>
            <a:pPr/>
            <a:r>
              <a:t>날짜: 2025-12-28T18:57:02.770912</a:t>
            </a:r>
          </a:p>
          <a:p>
            <a:pPr/>
            <a:r>
              <a:t>초기 문의: 전화 통화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JR Pass usage in Tokyo and Osaka regions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