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2025-12-15 14:50:13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call_session_438bc4bd-ea30-42d0-b64c-1941a88629a1</a:t>
            </a:r>
          </a:p>
          <a:p>
            <a:pPr/>
            <a:r>
              <a:t>날짜: 2025-12-15T14:50:12.674289</a:t>
            </a:r>
          </a:p>
          <a:p>
            <a:pPr/>
            <a:r>
              <a:t>초기 문의: 클룩 내 오사카 유니버셜 스튜디오 재팬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클룩 내 오사카 유니버셜 스튜디오 재팬 문의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