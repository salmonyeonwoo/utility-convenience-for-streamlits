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12:08:30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session_6040b524-0dd8-44d8-b36e-9e2c4507e881</a:t>
            </a:r>
          </a:p>
          <a:p>
            <a:pPr/>
            <a:r>
              <a:t>날짜: 2025-12-26T12:08:30.255675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Right earbud of wireless earbuds not producing sound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