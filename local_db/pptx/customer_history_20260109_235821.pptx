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2026-01-09 23:58:21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session_7b6f252b-eedb-4f9e-963d-762e7e4dbc36</a:t>
            </a:r>
          </a:p>
          <a:p>
            <a:pPr/>
            <a:r>
              <a:t>Date: 2026-01-09T23:58:21.600168</a:t>
            </a:r>
          </a:p>
          <a:p>
            <a:pPr/>
            <a:r>
              <a:t>Initial Inquiry: </a:t>
            </a:r>
          </a:p>
          <a:p>
            <a:pPr/>
            <a:r>
              <a:t>Customer Type: General Inquiry</a:t>
            </a:r>
          </a:p>
          <a:p>
            <a:pPr/>
            <a:r>
              <a:t>Main Inquiry: Update airport transfer booking details</a:t>
            </a:r>
          </a:p>
          <a:p>
            <a:pPr/>
            <a:r>
              <a:t>Customer Sentiment Score: 80/100</a:t>
            </a:r>
          </a:p>
          <a:p>
            <a:pPr/>
            <a:r>
              <a:t>Customer Satisfaction Score: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