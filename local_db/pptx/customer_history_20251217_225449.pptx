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2025-12-17 22:54:50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call_session_70a0758f-0731-4431-8812-53db63e71a0d</a:t>
            </a:r>
          </a:p>
          <a:p>
            <a:pPr/>
            <a:r>
              <a:t>날짜: 2025-12-17T22:54:49.672784</a:t>
            </a:r>
          </a:p>
          <a:p>
            <a:pPr/>
            <a:r>
              <a:t>초기 문의: JR 패스 문의 (유효 가능한 역)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문의 (유효 가능한 역)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