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16:29:34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call_e213d714-f6a1-4a14-bc9e-d75f6e697c46</a:t>
            </a:r>
          </a:p>
          <a:p>
            <a:pPr/>
            <a:r>
              <a:t>날짜: 2026-01-04T16:29:33.834193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 및 이용 가능한 역 구간들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