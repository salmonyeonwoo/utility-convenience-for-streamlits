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11:42:14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session_a8b76041-3bf1-40b7-b4cf-96afbbb72c54</a:t>
            </a:r>
          </a:p>
          <a:p>
            <a:pPr/>
            <a:r>
              <a:t>날짜: 2025-12-24T11:42:14.155213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입장권과 익스프레스 패스 사용 및 날짜 변경 절차 문의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