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2026-01-10 17:54:30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session_fa3f2f31-6c0b-44a8-8932-8776d6661167</a:t>
            </a:r>
          </a:p>
          <a:p>
            <a:pPr/>
            <a:r>
              <a:t>날짜: 2026-01-10T17:54:30.012872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receiving confirmation email for ticket purchase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