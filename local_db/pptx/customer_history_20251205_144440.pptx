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2025-12-05 14:44:40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call_session_c6f61433-880c-4f6a-aa4e-6c98da6e0d81</a:t>
            </a:r>
          </a:p>
          <a:p>
            <a:pPr/>
            <a:r>
              <a:t>날짜: 2025-12-05T14:44:40.338945</a:t>
            </a:r>
          </a:p>
          <a:p>
            <a:pPr/>
            <a:r>
              <a:t>초기 문의: お客様のお問い合わせの内容：パリーでeSIMのデーターの活性化の手続の中で、トラブルに向かっている </a:t>
            </a:r>
          </a:p>
          <a:p>
            <a:pPr/>
            <a:r>
              <a:t>고객 유형: 一般的な問い合わせ</a:t>
            </a:r>
          </a:p>
          <a:p>
            <a:pPr/>
            <a:r>
              <a:t>주요 문의: お客様のお問い合わせの内容：パリーでeSIMのデーターの活性化の手続の中で、トラブルに向かっている 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