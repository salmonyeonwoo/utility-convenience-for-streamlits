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11:06:27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call_1c9c85b6-c73e-4e3c-8275-8b5986f5dcef</a:t>
            </a:r>
          </a:p>
          <a:p>
            <a:pPr/>
            <a:r>
              <a:t>날짜: 2025-12-26T11:06:27.854644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tickets and express pass for Universal Studios Japan.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