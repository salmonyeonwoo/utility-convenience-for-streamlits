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22:38:18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call_session_23d49c68-72b9-484f-af2f-417df7abc989</a:t>
            </a:r>
          </a:p>
          <a:p>
            <a:pPr/>
            <a:r>
              <a:t>날짜: 2025-12-06T22:38:17.429472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