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13:50:09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2025-12-27T13:50:09.027426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of Shanghai Disneyland reservation due to health issues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