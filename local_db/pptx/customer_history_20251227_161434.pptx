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2025-12-27 16:14:34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session_b1ed8458-f14b-4edc-915a-673cec3c5382</a:t>
            </a:r>
          </a:p>
          <a:p>
            <a:pPr/>
            <a:r>
              <a:t>日付: 2025-12-27T16:14:33.986654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Inquiry about QR code scanning and usage through the official Disneyland Paris app after booking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