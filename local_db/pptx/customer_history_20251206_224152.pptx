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22:41:52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call_session_63df1a54-e2c1-4f09-add5-ea296c7f2595</a:t>
            </a:r>
          </a:p>
          <a:p>
            <a:pPr/>
            <a:r>
              <a:t>날짜: 2025-12-06T22:41:51.701824</a:t>
            </a:r>
          </a:p>
          <a:p>
            <a:pPr/>
            <a:r>
              <a:t>초기 문의: 고객님께서 자녀 분과의 동반 계획 부분으로 인해, 자녀 분의 입장료는 얼마 지불해야 하냐고 문의해 주셨습니다.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고객님께서 자녀 분과의 동반 계획 부분으로 인해, 자녀 분의 입장료는 얼마 지불해야 하냐고 문의해 주셨습니다.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