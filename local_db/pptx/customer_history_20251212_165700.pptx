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顧客対応履歴要約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作成日: 2025-12-12 16:57:00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履歴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call_session_6ce76899-20f4-4cdc-85e1-a507ed54bb34</a:t>
            </a:r>
          </a:p>
          <a:p>
            <a:pPr/>
            <a:r>
              <a:t>日付: 2025-12-12T16:57:00.360148</a:t>
            </a:r>
          </a:p>
          <a:p>
            <a:pPr/>
            <a:r>
              <a:t>初期問い合わせ: </a:t>
            </a:r>
            <a:br/>
            <a:br/>
            <a:r>
              <a:t>お客様のお問い合わせの内容：パリーでeSIMのデーターの活性化の手続の中で、トラブルに向かっている </a:t>
            </a:r>
            <a:br/>
          </a:p>
          <a:p>
            <a:pPr/>
            <a:r>
              <a:t>顧客タイプ: 一般的な問い合わせ</a:t>
            </a:r>
          </a:p>
          <a:p>
            <a:pPr/>
            <a:r>
              <a:t>主な問い合わせ: </a:t>
            </a:r>
            <a:br/>
            <a:br/>
            <a:r>
              <a:t>お客様のお問い合わせの内容：パリーでeSIMのデーターの活性化の手続の中で、トラブルに向かっている </a:t>
            </a:r>
            <a:br/>
          </a:p>
          <a:p>
            <a:pPr/>
            <a:r>
              <a:t>顧客の感情スコア: 50/100</a:t>
            </a:r>
          </a:p>
          <a:p>
            <a:pPr/>
            <a:r>
              <a:t>顧客満足度スコア: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