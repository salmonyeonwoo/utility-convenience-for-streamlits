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2026-01-04 21:19:22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session_ba2e3001-29f1-41c3-bb5e-29a4bb6080a4</a:t>
            </a:r>
          </a:p>
          <a:p>
            <a:pPr/>
            <a:r>
              <a:t>日付: 2026-01-04T21:19:22.081584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ユーロースターの座席変更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80/100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