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고객 응대 이력 요약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생성일: 2025-12-30 14:48:13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이력 #1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ID: session_94764b36-f6b1-453c-8b54-8ae0d12b3b80</a:t>
            </a:r>
          </a:p>
          <a:p>
            <a:pPr/>
            <a:r>
              <a:t>날짜: 2025-12-30T14:48:13.238997</a:t>
            </a:r>
          </a:p>
          <a:p>
            <a:pPr/>
            <a:r>
              <a:t>초기 문의: </a:t>
            </a:r>
          </a:p>
          <a:p>
            <a:pPr/>
            <a:r>
              <a:t>고객 성향: 까다로운 고객</a:t>
            </a:r>
          </a:p>
          <a:p>
            <a:pPr/>
            <a:r>
              <a:t>주요 문의: Inquiry about activating eSIM for France before arrival</a:t>
            </a:r>
          </a:p>
          <a:p>
            <a:pPr/>
            <a:r>
              <a:t>고객 감정 점수: 50/100</a:t>
            </a:r>
          </a:p>
          <a:p>
            <a:pPr/>
            <a:r>
              <a:t>고객 만족도 점수: 50/100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