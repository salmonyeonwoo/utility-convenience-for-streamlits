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00:42:14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call_02d979ea-6a37-4547-be0f-f10a18190da9</a:t>
            </a:r>
          </a:p>
          <a:p>
            <a:pPr/>
            <a:r>
              <a:t>날짜: 2025-12-28T00:42:14.512727</a:t>
            </a:r>
          </a:p>
          <a:p>
            <a:pPr/>
            <a:r>
              <a:t>초기 문의: ‘한국어 버전’</a:t>
            </a:r>
            <a:br/>
            <a:r>
              <a:t>불가피한 상황으로 인해서, 고객님께서 상하이 디즈니랜드 이용 날짜 취소, 변경 혹은 환불 요청 케이스 (원래 규정으로서는 취소, 환불, 변경 불가)</a:t>
            </a:r>
            <a:br/>
            <a:r>
              <a:t>1. 고객에게 정확한 이유 확인 요청</a:t>
            </a:r>
            <a:br/>
            <a:r>
              <a:t>2. 정확한 이유에 해당되는 증거물 요청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Cancellation, modification, or refund of Shanghai Disneyland tickets due to passport expiration issue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