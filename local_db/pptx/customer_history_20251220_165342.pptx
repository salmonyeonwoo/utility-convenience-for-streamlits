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2025-12-20 16:53:42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call_session_987065d5-6615-4d0a-81ef-90c796047b8b</a:t>
            </a:r>
          </a:p>
          <a:p>
            <a:pPr/>
            <a:r>
              <a:t>Date: 2025-12-20T16:53:42.597176</a:t>
            </a:r>
          </a:p>
          <a:p>
            <a:pPr/>
            <a:r>
              <a:t>Initial Inquiry: As long as customer’s destination is updated.</a:t>
            </a:r>
            <a:br/>
            <a:r>
              <a:t>As long as customer’s flight times are updated.</a:t>
            </a:r>
            <a:br/>
            <a:r>
              <a:t>As long as airport terminal details are changed for customer’s flights</a:t>
            </a:r>
            <a:br/>
          </a:p>
          <a:p>
            <a:pPr/>
            <a:r>
              <a:t>Customer Type: General Inquiry</a:t>
            </a:r>
          </a:p>
          <a:p>
            <a:pPr/>
            <a:r>
              <a:t>Main Inquiry: As long as customer’s destination is updated.</a:t>
            </a:r>
            <a:br/>
            <a:r>
              <a:t>As long as customer’s flight times are updated.</a:t>
            </a:r>
            <a:br/>
            <a:r>
              <a:t>As long as airport terminal details are changed for customer’s flights</a:t>
            </a:r>
            <a:br/>
          </a:p>
          <a:p>
            <a:pPr/>
            <a:r>
              <a:t>Customer Sentiment Score: 50/100</a:t>
            </a:r>
          </a:p>
          <a:p>
            <a:pPr/>
            <a:r>
              <a:t>Customer Satisfaction Score: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