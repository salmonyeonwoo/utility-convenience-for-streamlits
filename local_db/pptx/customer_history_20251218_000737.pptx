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고객 응대 이력 요약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생성일: 2025-12-18 00:07:37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이력 #1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ID: session_4b15e8df-34bc-4475-89ba-608c8c3f93ad</a:t>
            </a:r>
          </a:p>
          <a:p>
            <a:pPr/>
            <a:r>
              <a:t>날짜: 2025-12-18T00:07:37.163823</a:t>
            </a:r>
          </a:p>
          <a:p>
            <a:pPr/>
            <a:r>
              <a:t>초기 문의: </a:t>
            </a:r>
          </a:p>
          <a:p>
            <a:pPr/>
            <a:r>
              <a:t>고객 성향: 까다로운 고객</a:t>
            </a:r>
          </a:p>
          <a:p>
            <a:pPr/>
            <a:r>
              <a:t>주요 문의: Inquiry about usage and cancellation/refund procedures for JR Pass</a:t>
            </a:r>
          </a:p>
          <a:p>
            <a:pPr/>
            <a:r>
              <a:t>고객 감정 점수: 85/100</a:t>
            </a:r>
          </a:p>
          <a:p>
            <a:pPr/>
            <a:r>
              <a:t>고객 만족도 점수: 80/100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