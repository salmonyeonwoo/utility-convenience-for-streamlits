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2025-12-23 10:09:27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session_8c752536-56cb-4403-9969-63d881773027</a:t>
            </a:r>
          </a:p>
          <a:p>
            <a:pPr/>
            <a:r>
              <a:t>날짜: 2025-12-23T10:09:27.499510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Purchasing Universal Studios Japan express pass and entry ticket and understanding the difference between them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