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18:43:04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2025-12-28T18:43:04.226362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Information about JR Pass availability and usage in Tokyo and Osaka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