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17:16:45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call_b6012fb8-6a79-4d49-8434-580cf15d7414</a:t>
            </a:r>
          </a:p>
          <a:p>
            <a:pPr/>
            <a:r>
              <a:t>날짜: 2025-12-23T17:16:45.475265</a:t>
            </a:r>
          </a:p>
          <a:p>
            <a:pPr/>
            <a:r>
              <a:t>초기 문의: 일본 eSIM 구매 날짜 : 2025년 11월 15일</a:t>
            </a:r>
            <a:br/>
            <a:r>
              <a:t>문의 날짜 : 2025년 11월 16일</a:t>
            </a:r>
            <a:br/>
            <a:r>
              <a:t>일본 여행 기한 : 2025년 12월 12일 ~ 26일</a:t>
            </a:r>
            <a:br/>
            <a:r>
              <a:t>고객 문의 내용 : </a:t>
            </a:r>
            <a:br/>
            <a:r>
              <a:t>해당 제품이 구매를 어제 했고 여행은 다음달 정도에 하게 될 텐데, 이 때 이용이 가능한지 확인 요청 (180일 유효 기한)</a:t>
            </a:r>
            <a:br/>
            <a:r>
              <a:t>2개 이상 구매를 하셨는데, 하나는 구매하셨는데도 eSIM 부분 네트워크 활성화가 안 되어서 환불 요청 (환불 지원 불가)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Confirmation of eSIM usability during travel and request for refund due to activation issue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