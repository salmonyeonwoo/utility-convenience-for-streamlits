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2025-12-06 21:45:05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call_session_e9b03b02-2c05-4e08-9e04-8be57b2d61f1</a:t>
            </a:r>
          </a:p>
          <a:p>
            <a:pPr/>
            <a:r>
              <a:t>날짜: 2025-12-06T21:45:04.538052</a:t>
            </a:r>
          </a:p>
          <a:p>
            <a:pPr/>
            <a:r>
              <a:t>초기 문의: 고객님께서 자녀 분과의 동반 계획 부분으로 인해, 자녀 분의 입장료는 얼마 지불해야 하냐고 문의해 주셨습니다.</a:t>
            </a:r>
          </a:p>
          <a:p>
            <a:pPr/>
            <a:r>
              <a:t>고객 유형: 까다로운 고객</a:t>
            </a:r>
          </a:p>
          <a:p>
            <a:pPr/>
            <a:r>
              <a:t>주요 문의: 고객님께서 자녀 분과의 동반 계획 부분으로 인해, 자녀 분의 입장료는 얼마 지불해야 하냐고 문의해 주셨습니다.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