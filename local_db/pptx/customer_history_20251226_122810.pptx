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12:28:10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2025-12-26T12:28:10.011580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sound issue in right earbud of 'wireless earbuds'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