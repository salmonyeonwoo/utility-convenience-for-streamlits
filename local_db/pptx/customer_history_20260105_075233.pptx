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2026-01-05 07:52:33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session_203d3438-2150-4561-94e3-fab579a25285</a:t>
            </a:r>
          </a:p>
          <a:p>
            <a:pPr/>
            <a:r>
              <a:t>Date: 2026-01-05T07:52:33.112777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JR Pass validity period and available sections</a:t>
            </a:r>
          </a:p>
          <a:p>
            <a:pPr/>
            <a:r>
              <a:t>Customer Sentiment Score: 85/100</a:t>
            </a:r>
          </a:p>
          <a:p>
            <a:pPr/>
            <a:r>
              <a:t>Customer Satisfaction Score: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