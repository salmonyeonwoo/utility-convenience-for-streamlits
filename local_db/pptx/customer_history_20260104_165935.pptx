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16:59:35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session_c8627b86-7a82-437d-a087-1492e671f73e</a:t>
            </a:r>
          </a:p>
          <a:p>
            <a:pPr/>
            <a:r>
              <a:t>날짜: 2026-01-04T16:59:35.129276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Eurail Global Rail Pass ticket unexpectedly activated</a:t>
            </a:r>
          </a:p>
          <a:p>
            <a:pPr/>
            <a:r>
              <a:t>고객 감정 점수: 60/100</a:t>
            </a:r>
          </a:p>
          <a:p>
            <a:pPr/>
            <a:r>
              <a:t>고객 만족도 점수: 75/100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