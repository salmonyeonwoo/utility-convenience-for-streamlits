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2025-12-20 17:15:37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call_session_1e163b2c-f861-4fc6-9863-2b81135b1c9f</a:t>
            </a:r>
          </a:p>
          <a:p>
            <a:pPr/>
            <a:r>
              <a:t>日付: 2025-12-20T17:15:36.961841</a:t>
            </a:r>
          </a:p>
          <a:p>
            <a:pPr/>
            <a:r>
              <a:t>初期問い合わせ: お客様のお問い合わせの内容：パリーでeSIMのデーターの活性化の手続の中で、トラブルに向かっている 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お客様のお問い合わせの内容：パリーでeSIMのデーターの活性化の手続の中で、トラブルに向かっている </a:t>
            </a:r>
          </a:p>
          <a:p>
            <a:pPr/>
            <a:r>
              <a:t>顧客の感情スコア: 50/100</a:t>
            </a:r>
          </a:p>
          <a:p>
            <a:pPr/>
            <a:r>
              <a:t>顧客満足度スコア: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