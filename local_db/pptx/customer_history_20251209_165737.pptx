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16:57:37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call_session_f79470f8-3c59-4f0e-a8ab-463e09803ccb</a:t>
            </a:r>
          </a:p>
          <a:p>
            <a:pPr/>
            <a:r>
              <a:t>날짜: 2025-12-09T16:57:37.606574</a:t>
            </a:r>
          </a:p>
          <a:p>
            <a:pPr/>
            <a:r>
              <a:t>초기 문의: JR Pass inquiries - Validity period and available sections</a:t>
            </a:r>
          </a:p>
          <a:p>
            <a:pPr/>
            <a:r>
              <a:t>고객 유형: General Inquiry</a:t>
            </a:r>
          </a:p>
          <a:p>
            <a:pPr/>
            <a:r>
              <a:t>주요 문의: JR Pass inquiries - Validity period and available sections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