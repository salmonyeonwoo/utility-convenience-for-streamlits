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17:02:47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2025-12-08T17:02:46.916688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