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2025-12-28 19:51:38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call_call_20251228192907</a:t>
            </a:r>
          </a:p>
          <a:p>
            <a:pPr/>
            <a:r>
              <a:t>日付: 2025-12-28T19:51:38.179892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Inquiry about buying Universal Studios Japan Express Pass and entrance ticket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