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2026-01-04 22:59:34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session_7a9c6059-87f8-41c4-baae-186d4b913674</a:t>
            </a:r>
          </a:p>
          <a:p>
            <a:pPr/>
            <a:r>
              <a:t>날짜: 2026-01-04T22:59:33.590803</a:t>
            </a:r>
          </a:p>
          <a:p>
            <a:pPr/>
            <a:r>
              <a:t>초기 문의: </a:t>
            </a:r>
          </a:p>
          <a:p>
            <a:pPr/>
            <a:r>
              <a:t>고객 성향: 일반적인 문의</a:t>
            </a:r>
          </a:p>
          <a:p>
            <a:pPr/>
            <a:r>
              <a:t>주요 문의: Taiwan travel tour discounts and coupon issues</a:t>
            </a:r>
          </a:p>
          <a:p>
            <a:pPr/>
            <a:r>
              <a:t>고객 감정 점수: 80/100</a:t>
            </a:r>
          </a:p>
          <a:p>
            <a:pPr/>
            <a:r>
              <a:t>고객 만족도 점수: 85/100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