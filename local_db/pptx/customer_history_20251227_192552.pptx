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2025-12-27 19:25:52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session_b1ed8458-f14b-4edc-915a-673cec3c5382</a:t>
            </a:r>
          </a:p>
          <a:p>
            <a:pPr/>
            <a:r>
              <a:t>날짜: 2025-12-27T19:25:52.416751</a:t>
            </a:r>
          </a:p>
          <a:p>
            <a:pPr/>
            <a:r>
              <a:t>초기 문의: </a:t>
            </a:r>
          </a:p>
          <a:p>
            <a:pPr/>
            <a:r>
              <a:t>고객 성향: 一般的な問い合わせ</a:t>
            </a:r>
          </a:p>
          <a:p>
            <a:pPr/>
            <a:r>
              <a:t>주요 문의: Inquiry about Disneyland Paris reservation and QR code usage via official app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80/100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