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2026-01-03 16:23:40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session_3b73ca4f-4f99-4d6c-b1d8-607d54936c8f</a:t>
            </a:r>
          </a:p>
          <a:p>
            <a:pPr/>
            <a:r>
              <a:t>날짜: 2026-01-03T16:23:40.026351</a:t>
            </a:r>
          </a:p>
          <a:p>
            <a:pPr/>
            <a:r>
              <a:t>초기 문의: </a:t>
            </a:r>
          </a:p>
          <a:p>
            <a:pPr/>
            <a:r>
              <a:t>고객 성향: 까다로운 고객</a:t>
            </a:r>
          </a:p>
          <a:p>
            <a:pPr/>
            <a:r>
              <a:t>주요 문의: 파리 디즈니랜드 예약, 취소 가능 여부 및 QR 코드 사용 방법 문의</a:t>
            </a:r>
          </a:p>
          <a:p>
            <a:pPr/>
            <a:r>
              <a:t>고객 감정 점수: 70/100</a:t>
            </a:r>
          </a:p>
          <a:p>
            <a:pPr/>
            <a:r>
              <a:t>고객 만족도 점수: 80/100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