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2026-01-09 05:58:22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session_4e933abf-aabb-4cf0-9dc7-d9c541ecb866</a:t>
            </a:r>
          </a:p>
          <a:p>
            <a:pPr/>
            <a:r>
              <a:t>Date: 2026-01-09T05:58:22.945804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Request for refund and compensation for unsatisfactory hotel stay</a:t>
            </a:r>
          </a:p>
          <a:p>
            <a:pPr/>
            <a:r>
              <a:t>Customer Sentiment Score: 40/100</a:t>
            </a:r>
          </a:p>
          <a:p>
            <a:pPr/>
            <a:r>
              <a:t>Customer Satisfaction Score: 60/100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