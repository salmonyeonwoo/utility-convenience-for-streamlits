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고객 응대 이력 요약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생성일: 2026-01-11 16:26:42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이력 #1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ID: session_dfef6c41-e067-4938-bc20-f9a35e054645</a:t>
            </a:r>
          </a:p>
          <a:p>
            <a:pPr/>
            <a:r>
              <a:t>날짜: 2026-01-11T16:26:42.056126</a:t>
            </a:r>
          </a:p>
          <a:p>
            <a:pPr/>
            <a:r>
              <a:t>초기 문의: </a:t>
            </a:r>
          </a:p>
          <a:p>
            <a:pPr/>
            <a:r>
              <a:t>고객 성향: 까다로운 고객</a:t>
            </a:r>
          </a:p>
          <a:p>
            <a:pPr/>
            <a:r>
              <a:t>주요 문의: Request for room upgrade and additional services at a hotel booked through Agoda</a:t>
            </a:r>
          </a:p>
          <a:p>
            <a:pPr/>
            <a:r>
              <a:t>고객 감정 점수: 40/100</a:t>
            </a:r>
          </a:p>
          <a:p>
            <a:pPr/>
            <a:r>
              <a:t>고객 만족도 점수: 30/100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