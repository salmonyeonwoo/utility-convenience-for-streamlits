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16:30:39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session_dfef6c41-e067-4938-bc20-f9a35e054645</a:t>
            </a:r>
          </a:p>
          <a:p>
            <a:pPr/>
            <a:r>
              <a:t>날짜: 2026-01-11T16:30:39.152361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Room upgrade and additional service requests at a hotel booked via Agoda</a:t>
            </a:r>
          </a:p>
          <a:p>
            <a:pPr/>
            <a:r>
              <a:t>고객 감정 점수: 40/100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