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2026-02-05 14:34:26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session_fc749aaa-833a-4c84-b0ad-9934b985e44f</a:t>
            </a:r>
          </a:p>
          <a:p>
            <a:pPr/>
            <a:r>
              <a:t>날짜: 2026-02-05T14:34:26.084191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베트남 다낭 바나힐의 설날 연휴 운영 여부, 영어 가이드 유무, 식사 장소 및 예약 필요성, 그리고 놀이기구 및 체험 프로그램(특히 스릴 놀이기구)의 구체적인 정보와 예약 필요 여부에 대한 문의.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