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2026-02-05 14:34:54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session_fc749aaa-833a-4c84-b0ad-9934b985e44f</a:t>
            </a:r>
          </a:p>
          <a:p>
            <a:pPr/>
            <a:r>
              <a:t>날짜: 2026-02-05T14:34:54.726754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베트남 다낭 바나힐의 설날 연휴 운영 여부 및 시설 정보 문의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